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Rockwell"/>
        <a:ea typeface="Rockwell"/>
        <a:cs typeface="Rockwell"/>
        <a:sym typeface="Rockwel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umit kumar sahoo" initials="sk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A6C32-C2CD-4D5F-A296-A08CEE4E9BA7}" v="8" dt="2026-04-25T07:24:15.97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Rockwell"/>
          <a:ea typeface="Rockwell"/>
          <a:cs typeface="Rockwel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CECA"/>
          </a:solidFill>
        </a:fill>
      </a:tcStyle>
    </a:wholeTbl>
    <a:band2H>
      <a:tcTxStyle/>
      <a:tcStyle>
        <a:tcBdr/>
        <a:fill>
          <a:solidFill>
            <a:srgbClr val="F7E8E7"/>
          </a:solidFill>
        </a:fill>
      </a:tcStyle>
    </a:band2H>
    <a:firstCol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Rockwell"/>
          <a:ea typeface="Rockwell"/>
          <a:cs typeface="Rockwel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DAD3"/>
          </a:solidFill>
        </a:fill>
      </a:tcStyle>
    </a:wholeTbl>
    <a:band2H>
      <a:tcTxStyle/>
      <a:tcStyle>
        <a:tcBdr/>
        <a:fill>
          <a:solidFill>
            <a:srgbClr val="F0EDEA"/>
          </a:solidFill>
        </a:fill>
      </a:tcStyle>
    </a:band2H>
    <a:firstCol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Rockwell"/>
          <a:ea typeface="Rockwell"/>
          <a:cs typeface="Rockwel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1D1"/>
          </a:solidFill>
        </a:fill>
      </a:tcStyle>
    </a:wholeTbl>
    <a:band2H>
      <a:tcTxStyle/>
      <a:tcStyle>
        <a:tcBdr/>
        <a:fill>
          <a:solidFill>
            <a:srgbClr val="EDE9E9"/>
          </a:solidFill>
        </a:fill>
      </a:tcStyle>
    </a:band2H>
    <a:firstCol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Rockwell"/>
          <a:ea typeface="Rockwell"/>
          <a:cs typeface="Rockwel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Rockwell Bold"/>
          <a:ea typeface="Rockwell Bold"/>
          <a:cs typeface="Rockwell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Rockwell"/>
          <a:ea typeface="Rockwell"/>
          <a:cs typeface="Rockwel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Rockwell Bold"/>
          <a:ea typeface="Rockwell Bold"/>
          <a:cs typeface="Rockwell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Rockwell"/>
          <a:ea typeface="Rockwell"/>
          <a:cs typeface="Rockwel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Rockwell Bold"/>
          <a:ea typeface="Rockwell Bold"/>
          <a:cs typeface="Rockwell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Rockwell Bold"/>
          <a:ea typeface="Rockwell Bold"/>
          <a:cs typeface="Rockwell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Rockwell Bold"/>
          <a:ea typeface="Rockwell Bold"/>
          <a:cs typeface="Rockwell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bhab ghosh" userId="4ed5ff0df6da7cb8" providerId="LiveId" clId="{DA2B6581-1D4A-4047-A3BD-D09C7778637C}"/>
    <pc:docChg chg="undo custSel modSld">
      <pc:chgData name="anubhab ghosh" userId="4ed5ff0df6da7cb8" providerId="LiveId" clId="{DA2B6581-1D4A-4047-A3BD-D09C7778637C}" dt="2026-04-25T07:24:15.976" v="400"/>
      <pc:docMkLst>
        <pc:docMk/>
      </pc:docMkLst>
      <pc:sldChg chg="addSp delSp modSp mod">
        <pc:chgData name="anubhab ghosh" userId="4ed5ff0df6da7cb8" providerId="LiveId" clId="{DA2B6581-1D4A-4047-A3BD-D09C7778637C}" dt="2026-04-25T07:18:45.324" v="300" actId="113"/>
        <pc:sldMkLst>
          <pc:docMk/>
          <pc:sldMk cId="0" sldId="256"/>
        </pc:sldMkLst>
        <pc:spChg chg="add del mod">
          <ac:chgData name="anubhab ghosh" userId="4ed5ff0df6da7cb8" providerId="LiveId" clId="{DA2B6581-1D4A-4047-A3BD-D09C7778637C}" dt="2026-04-25T07:18:45.324" v="300" actId="113"/>
          <ac:spMkLst>
            <pc:docMk/>
            <pc:sldMk cId="0" sldId="256"/>
            <ac:spMk id="2" creationId="{23E72E44-F921-9435-7857-5C404EAAD124}"/>
          </ac:spMkLst>
        </pc:spChg>
        <pc:spChg chg="mod">
          <ac:chgData name="anubhab ghosh" userId="4ed5ff0df6da7cb8" providerId="LiveId" clId="{DA2B6581-1D4A-4047-A3BD-D09C7778637C}" dt="2026-04-25T07:16:52.957" v="276" actId="14100"/>
          <ac:spMkLst>
            <pc:docMk/>
            <pc:sldMk cId="0" sldId="256"/>
            <ac:spMk id="109" creationId="{00000000-0000-0000-0000-000000000000}"/>
          </ac:spMkLst>
        </pc:spChg>
        <pc:graphicFrameChg chg="mod modGraphic">
          <ac:chgData name="anubhab ghosh" userId="4ed5ff0df6da7cb8" providerId="LiveId" clId="{DA2B6581-1D4A-4047-A3BD-D09C7778637C}" dt="2026-04-25T07:16:34.778" v="275" actId="20577"/>
          <ac:graphicFrameMkLst>
            <pc:docMk/>
            <pc:sldMk cId="0" sldId="256"/>
            <ac:graphicFrameMk id="111" creationId="{00000000-0000-0000-0000-000000000000}"/>
          </ac:graphicFrameMkLst>
        </pc:graphicFrameChg>
      </pc:sldChg>
      <pc:sldChg chg="modSp mod">
        <pc:chgData name="anubhab ghosh" userId="4ed5ff0df6da7cb8" providerId="LiveId" clId="{DA2B6581-1D4A-4047-A3BD-D09C7778637C}" dt="2026-04-25T07:19:02.566" v="305" actId="20577"/>
        <pc:sldMkLst>
          <pc:docMk/>
          <pc:sldMk cId="0" sldId="257"/>
        </pc:sldMkLst>
        <pc:spChg chg="mod">
          <ac:chgData name="anubhab ghosh" userId="4ed5ff0df6da7cb8" providerId="LiveId" clId="{DA2B6581-1D4A-4047-A3BD-D09C7778637C}" dt="2026-04-25T07:18:54.529" v="303" actId="20577"/>
          <ac:spMkLst>
            <pc:docMk/>
            <pc:sldMk cId="0" sldId="257"/>
            <ac:spMk id="114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7:50.668" v="173" actId="255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7:44.570" v="172" actId="25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9:02.566" v="305" actId="20577"/>
          <ac:spMkLst>
            <pc:docMk/>
            <pc:sldMk cId="0" sldId="257"/>
            <ac:spMk id="117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19:30.978" v="311" actId="20577"/>
        <pc:sldMkLst>
          <pc:docMk/>
          <pc:sldMk cId="0" sldId="258"/>
        </pc:sldMkLst>
        <pc:spChg chg="mod">
          <ac:chgData name="anubhab ghosh" userId="4ed5ff0df6da7cb8" providerId="LiveId" clId="{DA2B6581-1D4A-4047-A3BD-D09C7778637C}" dt="2026-04-25T07:19:24.932" v="309" actId="20577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7:59.393" v="174" actId="255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9:30.978" v="311" actId="20577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8:37.231" v="179" actId="2711"/>
          <ac:spMkLst>
            <pc:docMk/>
            <pc:sldMk cId="0" sldId="258"/>
            <ac:spMk id="125" creationId="{00000000-0000-0000-0000-000000000000}"/>
          </ac:spMkLst>
        </pc:spChg>
      </pc:sldChg>
      <pc:sldChg chg="addSp modSp mod setBg">
        <pc:chgData name="anubhab ghosh" userId="4ed5ff0df6da7cb8" providerId="LiveId" clId="{DA2B6581-1D4A-4047-A3BD-D09C7778637C}" dt="2026-04-25T07:24:15.976" v="400"/>
        <pc:sldMkLst>
          <pc:docMk/>
          <pc:sldMk cId="0" sldId="259"/>
        </pc:sldMkLst>
        <pc:spChg chg="mod">
          <ac:chgData name="anubhab ghosh" userId="4ed5ff0df6da7cb8" providerId="LiveId" clId="{DA2B6581-1D4A-4047-A3BD-D09C7778637C}" dt="2026-04-25T07:19:36.934" v="313" actId="20577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8:48.534" v="180" actId="255"/>
          <ac:spMkLst>
            <pc:docMk/>
            <pc:sldMk cId="0" sldId="259"/>
            <ac:spMk id="130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9:40.561" v="315" actId="20577"/>
          <ac:spMkLst>
            <pc:docMk/>
            <pc:sldMk cId="0" sldId="259"/>
            <ac:spMk id="131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0:36.319" v="0" actId="20577"/>
          <ac:spMkLst>
            <pc:docMk/>
            <pc:sldMk cId="0" sldId="259"/>
            <ac:spMk id="132" creationId="{00000000-0000-0000-0000-000000000000}"/>
          </ac:spMkLst>
        </pc:spChg>
        <pc:graphicFrameChg chg="add mod modGraphic">
          <ac:chgData name="anubhab ghosh" userId="4ed5ff0df6da7cb8" providerId="LiveId" clId="{DA2B6581-1D4A-4047-A3BD-D09C7778637C}" dt="2026-04-25T07:07:18.843" v="171" actId="20577"/>
          <ac:graphicFrameMkLst>
            <pc:docMk/>
            <pc:sldMk cId="0" sldId="259"/>
            <ac:graphicFrameMk id="2" creationId="{BDE0AD64-7981-6882-FD48-9F3D4BA295D8}"/>
          </ac:graphicFrameMkLst>
        </pc:graphicFrameChg>
      </pc:sldChg>
      <pc:sldChg chg="modSp mod">
        <pc:chgData name="anubhab ghosh" userId="4ed5ff0df6da7cb8" providerId="LiveId" clId="{DA2B6581-1D4A-4047-A3BD-D09C7778637C}" dt="2026-04-25T07:19:50.872" v="319" actId="20577"/>
        <pc:sldMkLst>
          <pc:docMk/>
          <pc:sldMk cId="0" sldId="260"/>
        </pc:sldMkLst>
        <pc:spChg chg="mod">
          <ac:chgData name="anubhab ghosh" userId="4ed5ff0df6da7cb8" providerId="LiveId" clId="{DA2B6581-1D4A-4047-A3BD-D09C7778637C}" dt="2026-04-25T07:19:47.258" v="317" actId="20577"/>
          <ac:spMkLst>
            <pc:docMk/>
            <pc:sldMk cId="0" sldId="260"/>
            <ac:spMk id="134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9:14.274" v="181" actId="255"/>
          <ac:spMkLst>
            <pc:docMk/>
            <pc:sldMk cId="0" sldId="260"/>
            <ac:spMk id="135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9:23.992" v="183" actId="123"/>
          <ac:spMkLst>
            <pc:docMk/>
            <pc:sldMk cId="0" sldId="260"/>
            <ac:spMk id="136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9:50.872" v="319" actId="20577"/>
          <ac:spMkLst>
            <pc:docMk/>
            <pc:sldMk cId="0" sldId="260"/>
            <ac:spMk id="137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0:00.954" v="324" actId="20577"/>
        <pc:sldMkLst>
          <pc:docMk/>
          <pc:sldMk cId="0" sldId="261"/>
        </pc:sldMkLst>
        <pc:spChg chg="mod">
          <ac:chgData name="anubhab ghosh" userId="4ed5ff0df6da7cb8" providerId="LiveId" clId="{DA2B6581-1D4A-4047-A3BD-D09C7778637C}" dt="2026-04-25T07:19:57.249" v="322" actId="20577"/>
          <ac:spMkLst>
            <pc:docMk/>
            <pc:sldMk cId="0" sldId="261"/>
            <ac:spMk id="140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0:00.954" v="324" actId="20577"/>
          <ac:spMkLst>
            <pc:docMk/>
            <pc:sldMk cId="0" sldId="261"/>
            <ac:spMk id="144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0:11.517" v="328" actId="20577"/>
        <pc:sldMkLst>
          <pc:docMk/>
          <pc:sldMk cId="0" sldId="262"/>
        </pc:sldMkLst>
        <pc:spChg chg="mod">
          <ac:chgData name="anubhab ghosh" userId="4ed5ff0df6da7cb8" providerId="LiveId" clId="{DA2B6581-1D4A-4047-A3BD-D09C7778637C}" dt="2026-04-25T07:20:07.994" v="326" actId="20577"/>
          <ac:spMkLst>
            <pc:docMk/>
            <pc:sldMk cId="0" sldId="262"/>
            <ac:spMk id="147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0:05.890" v="186" actId="123"/>
          <ac:spMkLst>
            <pc:docMk/>
            <pc:sldMk cId="0" sldId="262"/>
            <ac:spMk id="149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0:11.517" v="328" actId="20577"/>
          <ac:spMkLst>
            <pc:docMk/>
            <pc:sldMk cId="0" sldId="262"/>
            <ac:spMk id="151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0:21.452" v="333" actId="20577"/>
        <pc:sldMkLst>
          <pc:docMk/>
          <pc:sldMk cId="0" sldId="263"/>
        </pc:sldMkLst>
        <pc:spChg chg="mod">
          <ac:chgData name="anubhab ghosh" userId="4ed5ff0df6da7cb8" providerId="LiveId" clId="{DA2B6581-1D4A-4047-A3BD-D09C7778637C}" dt="2026-04-25T07:20:18.289" v="331" actId="20577"/>
          <ac:spMkLst>
            <pc:docMk/>
            <pc:sldMk cId="0" sldId="263"/>
            <ac:spMk id="155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0:23.447" v="189" actId="123"/>
          <ac:spMkLst>
            <pc:docMk/>
            <pc:sldMk cId="0" sldId="263"/>
            <ac:spMk id="157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0:21.452" v="333" actId="20577"/>
          <ac:spMkLst>
            <pc:docMk/>
            <pc:sldMk cId="0" sldId="263"/>
            <ac:spMk id="159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0:31.624" v="337" actId="20577"/>
        <pc:sldMkLst>
          <pc:docMk/>
          <pc:sldMk cId="0" sldId="264"/>
        </pc:sldMkLst>
        <pc:spChg chg="mod">
          <ac:chgData name="anubhab ghosh" userId="4ed5ff0df6da7cb8" providerId="LiveId" clId="{DA2B6581-1D4A-4047-A3BD-D09C7778637C}" dt="2026-04-25T07:20:27.578" v="335" actId="20577"/>
          <ac:spMkLst>
            <pc:docMk/>
            <pc:sldMk cId="0" sldId="264"/>
            <ac:spMk id="163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0:48.859" v="192" actId="115"/>
          <ac:spMkLst>
            <pc:docMk/>
            <pc:sldMk cId="0" sldId="264"/>
            <ac:spMk id="165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0:31.624" v="337" actId="20577"/>
          <ac:spMkLst>
            <pc:docMk/>
            <pc:sldMk cId="0" sldId="264"/>
            <ac:spMk id="167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0:45.065" v="341" actId="20577"/>
        <pc:sldMkLst>
          <pc:docMk/>
          <pc:sldMk cId="0" sldId="265"/>
        </pc:sldMkLst>
        <pc:spChg chg="mod">
          <ac:chgData name="anubhab ghosh" userId="4ed5ff0df6da7cb8" providerId="LiveId" clId="{DA2B6581-1D4A-4047-A3BD-D09C7778637C}" dt="2026-04-25T07:20:40.261" v="339" actId="20577"/>
          <ac:spMkLst>
            <pc:docMk/>
            <pc:sldMk cId="0" sldId="265"/>
            <ac:spMk id="172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1:23.091" v="202" actId="20577"/>
          <ac:spMkLst>
            <pc:docMk/>
            <pc:sldMk cId="0" sldId="265"/>
            <ac:spMk id="174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0:45.065" v="341" actId="20577"/>
          <ac:spMkLst>
            <pc:docMk/>
            <pc:sldMk cId="0" sldId="265"/>
            <ac:spMk id="176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0:55.800" v="345" actId="20577"/>
        <pc:sldMkLst>
          <pc:docMk/>
          <pc:sldMk cId="0" sldId="266"/>
        </pc:sldMkLst>
        <pc:spChg chg="mod">
          <ac:chgData name="anubhab ghosh" userId="4ed5ff0df6da7cb8" providerId="LiveId" clId="{DA2B6581-1D4A-4047-A3BD-D09C7778637C}" dt="2026-04-25T07:20:52.139" v="343" actId="20577"/>
          <ac:spMkLst>
            <pc:docMk/>
            <pc:sldMk cId="0" sldId="266"/>
            <ac:spMk id="182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0:55.800" v="345" actId="20577"/>
          <ac:spMkLst>
            <pc:docMk/>
            <pc:sldMk cId="0" sldId="266"/>
            <ac:spMk id="185" creationId="{00000000-0000-0000-0000-000000000000}"/>
          </ac:spMkLst>
        </pc:spChg>
        <pc:picChg chg="mod">
          <ac:chgData name="anubhab ghosh" userId="4ed5ff0df6da7cb8" providerId="LiveId" clId="{DA2B6581-1D4A-4047-A3BD-D09C7778637C}" dt="2026-04-25T07:11:58.576" v="207" actId="1076"/>
          <ac:picMkLst>
            <pc:docMk/>
            <pc:sldMk cId="0" sldId="266"/>
            <ac:picMk id="186" creationId="{00000000-0000-0000-0000-000000000000}"/>
          </ac:picMkLst>
        </pc:picChg>
      </pc:sldChg>
      <pc:sldChg chg="modSp mod">
        <pc:chgData name="anubhab ghosh" userId="4ed5ff0df6da7cb8" providerId="LiveId" clId="{DA2B6581-1D4A-4047-A3BD-D09C7778637C}" dt="2026-04-25T07:21:06.023" v="349" actId="20577"/>
        <pc:sldMkLst>
          <pc:docMk/>
          <pc:sldMk cId="0" sldId="267"/>
        </pc:sldMkLst>
        <pc:spChg chg="mod">
          <ac:chgData name="anubhab ghosh" userId="4ed5ff0df6da7cb8" providerId="LiveId" clId="{DA2B6581-1D4A-4047-A3BD-D09C7778637C}" dt="2026-04-25T07:21:01.469" v="347" actId="20577"/>
          <ac:spMkLst>
            <pc:docMk/>
            <pc:sldMk cId="0" sldId="267"/>
            <ac:spMk id="188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1:50.908" v="205" actId="27636"/>
          <ac:spMkLst>
            <pc:docMk/>
            <pc:sldMk cId="0" sldId="267"/>
            <ac:spMk id="189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1:06.023" v="349" actId="20577"/>
          <ac:spMkLst>
            <pc:docMk/>
            <pc:sldMk cId="0" sldId="267"/>
            <ac:spMk id="191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1:45.291" v="203" actId="123"/>
          <ac:spMkLst>
            <pc:docMk/>
            <pc:sldMk cId="0" sldId="267"/>
            <ac:spMk id="192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1:19.674" v="355" actId="20577"/>
        <pc:sldMkLst>
          <pc:docMk/>
          <pc:sldMk cId="0" sldId="268"/>
        </pc:sldMkLst>
        <pc:spChg chg="mod">
          <ac:chgData name="anubhab ghosh" userId="4ed5ff0df6da7cb8" providerId="LiveId" clId="{DA2B6581-1D4A-4047-A3BD-D09C7778637C}" dt="2026-04-25T07:21:15.713" v="353" actId="20577"/>
          <ac:spMkLst>
            <pc:docMk/>
            <pc:sldMk cId="0" sldId="268"/>
            <ac:spMk id="194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0:38.302" v="4" actId="27636"/>
          <ac:spMkLst>
            <pc:docMk/>
            <pc:sldMk cId="0" sldId="268"/>
            <ac:spMk id="195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1:19.674" v="355" actId="20577"/>
          <ac:spMkLst>
            <pc:docMk/>
            <pc:sldMk cId="0" sldId="268"/>
            <ac:spMk id="197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1:42.991" v="360" actId="20577"/>
        <pc:sldMkLst>
          <pc:docMk/>
          <pc:sldMk cId="0" sldId="269"/>
        </pc:sldMkLst>
        <pc:spChg chg="mod">
          <ac:chgData name="anubhab ghosh" userId="4ed5ff0df6da7cb8" providerId="LiveId" clId="{DA2B6581-1D4A-4047-A3BD-D09C7778637C}" dt="2026-04-25T07:21:34.397" v="358" actId="20577"/>
          <ac:spMkLst>
            <pc:docMk/>
            <pc:sldMk cId="0" sldId="269"/>
            <ac:spMk id="201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1:42.991" v="360" actId="20577"/>
          <ac:spMkLst>
            <pc:docMk/>
            <pc:sldMk cId="0" sldId="269"/>
            <ac:spMk id="204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2:00.994" v="364" actId="20577"/>
        <pc:sldMkLst>
          <pc:docMk/>
          <pc:sldMk cId="0" sldId="270"/>
        </pc:sldMkLst>
        <pc:spChg chg="mod">
          <ac:chgData name="anubhab ghosh" userId="4ed5ff0df6da7cb8" providerId="LiveId" clId="{DA2B6581-1D4A-4047-A3BD-D09C7778637C}" dt="2026-04-25T07:21:52.666" v="362" actId="20577"/>
          <ac:spMkLst>
            <pc:docMk/>
            <pc:sldMk cId="0" sldId="270"/>
            <ac:spMk id="207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4:01.545" v="219" actId="20577"/>
          <ac:spMkLst>
            <pc:docMk/>
            <pc:sldMk cId="0" sldId="270"/>
            <ac:spMk id="209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2:00.994" v="364" actId="20577"/>
          <ac:spMkLst>
            <pc:docMk/>
            <pc:sldMk cId="0" sldId="270"/>
            <ac:spMk id="211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2:12.456" v="369" actId="20577"/>
        <pc:sldMkLst>
          <pc:docMk/>
          <pc:sldMk cId="0" sldId="271"/>
        </pc:sldMkLst>
        <pc:spChg chg="mod">
          <ac:chgData name="anubhab ghosh" userId="4ed5ff0df6da7cb8" providerId="LiveId" clId="{DA2B6581-1D4A-4047-A3BD-D09C7778637C}" dt="2026-04-25T07:22:07.403" v="367" actId="20577"/>
          <ac:spMkLst>
            <pc:docMk/>
            <pc:sldMk cId="0" sldId="271"/>
            <ac:spMk id="213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2:12.456" v="369" actId="20577"/>
          <ac:spMkLst>
            <pc:docMk/>
            <pc:sldMk cId="0" sldId="271"/>
            <ac:spMk id="216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2:23.649" v="373" actId="20577"/>
        <pc:sldMkLst>
          <pc:docMk/>
          <pc:sldMk cId="0" sldId="272"/>
        </pc:sldMkLst>
        <pc:spChg chg="mod">
          <ac:chgData name="anubhab ghosh" userId="4ed5ff0df6da7cb8" providerId="LiveId" clId="{DA2B6581-1D4A-4047-A3BD-D09C7778637C}" dt="2026-04-25T07:22:20.467" v="371" actId="20577"/>
          <ac:spMkLst>
            <pc:docMk/>
            <pc:sldMk cId="0" sldId="272"/>
            <ac:spMk id="220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2:23.649" v="373" actId="20577"/>
          <ac:spMkLst>
            <pc:docMk/>
            <pc:sldMk cId="0" sldId="272"/>
            <ac:spMk id="223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13:30.058" v="217" actId="14100"/>
          <ac:spMkLst>
            <pc:docMk/>
            <pc:sldMk cId="0" sldId="272"/>
            <ac:spMk id="225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2:33.718" v="379" actId="20577"/>
        <pc:sldMkLst>
          <pc:docMk/>
          <pc:sldMk cId="0" sldId="273"/>
        </pc:sldMkLst>
        <pc:spChg chg="mod">
          <ac:chgData name="anubhab ghosh" userId="4ed5ff0df6da7cb8" providerId="LiveId" clId="{DA2B6581-1D4A-4047-A3BD-D09C7778637C}" dt="2026-04-25T07:22:28.746" v="375" actId="20577"/>
          <ac:spMkLst>
            <pc:docMk/>
            <pc:sldMk cId="0" sldId="273"/>
            <ac:spMk id="227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0:38.312" v="5" actId="27636"/>
          <ac:spMkLst>
            <pc:docMk/>
            <pc:sldMk cId="0" sldId="273"/>
            <ac:spMk id="228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2:33.718" v="379" actId="20577"/>
          <ac:spMkLst>
            <pc:docMk/>
            <pc:sldMk cId="0" sldId="273"/>
            <ac:spMk id="230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2:47.234" v="389" actId="20577"/>
        <pc:sldMkLst>
          <pc:docMk/>
          <pc:sldMk cId="0" sldId="274"/>
        </pc:sldMkLst>
        <pc:spChg chg="mod">
          <ac:chgData name="anubhab ghosh" userId="4ed5ff0df6da7cb8" providerId="LiveId" clId="{DA2B6581-1D4A-4047-A3BD-D09C7778637C}" dt="2026-04-25T07:22:40.729" v="381" actId="20577"/>
          <ac:spMkLst>
            <pc:docMk/>
            <pc:sldMk cId="0" sldId="274"/>
            <ac:spMk id="233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0:38.314" v="6" actId="27636"/>
          <ac:spMkLst>
            <pc:docMk/>
            <pc:sldMk cId="0" sldId="274"/>
            <ac:spMk id="234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2:47.234" v="389" actId="20577"/>
          <ac:spMkLst>
            <pc:docMk/>
            <pc:sldMk cId="0" sldId="274"/>
            <ac:spMk id="237" creationId="{00000000-0000-0000-0000-000000000000}"/>
          </ac:spMkLst>
        </pc:spChg>
      </pc:sldChg>
      <pc:sldChg chg="modSp mod">
        <pc:chgData name="anubhab ghosh" userId="4ed5ff0df6da7cb8" providerId="LiveId" clId="{DA2B6581-1D4A-4047-A3BD-D09C7778637C}" dt="2026-04-25T07:23:00.060" v="395" actId="20577"/>
        <pc:sldMkLst>
          <pc:docMk/>
          <pc:sldMk cId="0" sldId="275"/>
        </pc:sldMkLst>
        <pc:spChg chg="mod">
          <ac:chgData name="anubhab ghosh" userId="4ed5ff0df6da7cb8" providerId="LiveId" clId="{DA2B6581-1D4A-4047-A3BD-D09C7778637C}" dt="2026-04-25T07:22:55.732" v="391" actId="20577"/>
          <ac:spMkLst>
            <pc:docMk/>
            <pc:sldMk cId="0" sldId="275"/>
            <ac:spMk id="239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00:38.318" v="7" actId="27636"/>
          <ac:spMkLst>
            <pc:docMk/>
            <pc:sldMk cId="0" sldId="275"/>
            <ac:spMk id="240" creationId="{00000000-0000-0000-0000-000000000000}"/>
          </ac:spMkLst>
        </pc:spChg>
        <pc:spChg chg="mod">
          <ac:chgData name="anubhab ghosh" userId="4ed5ff0df6da7cb8" providerId="LiveId" clId="{DA2B6581-1D4A-4047-A3BD-D09C7778637C}" dt="2026-04-25T07:23:00.060" v="395" actId="20577"/>
          <ac:spMkLst>
            <pc:docMk/>
            <pc:sldMk cId="0" sldId="275"/>
            <ac:spMk id="243" creationId="{00000000-0000-0000-0000-00000000000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24T01:12:40.835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69847" y="4389120"/>
            <a:ext cx="7891273" cy="1069849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2200"/>
            </a:lvl1pPr>
            <a:lvl2pPr marL="0" indent="457200">
              <a:buClrTx/>
              <a:buSzTx/>
              <a:buNone/>
              <a:defRPr sz="2200"/>
            </a:lvl2pPr>
            <a:lvl3pPr marL="0" indent="914400">
              <a:buClrTx/>
              <a:buSzTx/>
              <a:buNone/>
              <a:defRPr sz="2200"/>
            </a:lvl3pPr>
            <a:lvl4pPr marL="0" indent="1371600">
              <a:buClrTx/>
              <a:buSzTx/>
              <a:buNone/>
              <a:defRPr sz="2200"/>
            </a:lvl4pPr>
            <a:lvl5pPr marL="0" indent="1828800">
              <a:buClrTx/>
              <a:buSzTx/>
              <a:buNone/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913610" y="4383348"/>
            <a:ext cx="552114" cy="45205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xfrm>
            <a:off x="1069847" y="2121407"/>
            <a:ext cx="10058401" cy="405079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491" y="141731"/>
            <a:ext cx="691352" cy="685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6"/>
          <p:cNvSpPr/>
          <p:nvPr/>
        </p:nvSpPr>
        <p:spPr>
          <a:xfrm>
            <a:off x="0" y="4917988"/>
            <a:ext cx="12192000" cy="194001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2167127" y="1225296"/>
            <a:ext cx="9281161" cy="3520441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8000"/>
            </a:lvl1pPr>
          </a:lstStyle>
          <a:p>
            <a:r>
              <a:t>Title Text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65774" y="5020055"/>
            <a:ext cx="9052560" cy="10668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</a:lvl1pPr>
            <a:lvl2pPr marL="0" indent="457200">
              <a:buClrTx/>
              <a:buSzTx/>
              <a:buNone/>
            </a:lvl2pPr>
            <a:lvl3pPr marL="0" indent="914400">
              <a:buClrTx/>
              <a:buSzTx/>
              <a:buNone/>
            </a:lvl3pPr>
            <a:lvl4pPr marL="0" indent="1371600">
              <a:buClrTx/>
              <a:buSzTx/>
              <a:buNone/>
            </a:lvl4pPr>
            <a:lvl5pPr marL="0" indent="1828800">
              <a:buClrTx/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37" name="Group 7"/>
          <p:cNvGrpSpPr/>
          <p:nvPr/>
        </p:nvGrpSpPr>
        <p:grpSpPr>
          <a:xfrm>
            <a:off x="897399" y="2325847"/>
            <a:ext cx="1080904" cy="1080903"/>
            <a:chOff x="0" y="0"/>
            <a:chExt cx="1080903" cy="1080902"/>
          </a:xfrm>
        </p:grpSpPr>
        <p:sp>
          <p:nvSpPr>
            <p:cNvPr id="35" name="Oval 8"/>
            <p:cNvSpPr/>
            <p:nvPr/>
          </p:nvSpPr>
          <p:spPr>
            <a:xfrm>
              <a:off x="0" y="-1"/>
              <a:ext cx="1080904" cy="1080904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" name="Oval 9"/>
            <p:cNvSpPr/>
            <p:nvPr/>
          </p:nvSpPr>
          <p:spPr>
            <a:xfrm>
              <a:off x="108090" y="108089"/>
              <a:ext cx="864726" cy="864724"/>
            </a:xfrm>
            <a:prstGeom prst="ellipse">
              <a:avLst/>
            </a:prstGeom>
            <a:noFill/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1794" y="2640273"/>
            <a:ext cx="552114" cy="45205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69847" y="2194560"/>
            <a:ext cx="4754881" cy="397764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66800" y="2048255"/>
            <a:ext cx="4754880" cy="640082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>
                <a:solidFill>
                  <a:srgbClr val="9E3611"/>
                </a:solidFill>
                <a:latin typeface="Rockwell Bold"/>
                <a:ea typeface="Rockwell Bold"/>
                <a:cs typeface="Rockwell Bold"/>
                <a:sym typeface="Rockwell Bold"/>
              </a:defRPr>
            </a:lvl1pPr>
            <a:lvl2pPr marL="0" indent="457200">
              <a:buClrTx/>
              <a:buSzTx/>
              <a:buNone/>
              <a:defRPr>
                <a:solidFill>
                  <a:srgbClr val="9E3611"/>
                </a:solidFill>
                <a:latin typeface="Rockwell Bold"/>
                <a:ea typeface="Rockwell Bold"/>
                <a:cs typeface="Rockwell Bold"/>
                <a:sym typeface="Rockwell Bold"/>
              </a:defRPr>
            </a:lvl2pPr>
            <a:lvl3pPr marL="0" indent="914400">
              <a:buClrTx/>
              <a:buSzTx/>
              <a:buNone/>
              <a:defRPr>
                <a:solidFill>
                  <a:srgbClr val="9E3611"/>
                </a:solidFill>
                <a:latin typeface="Rockwell Bold"/>
                <a:ea typeface="Rockwell Bold"/>
                <a:cs typeface="Rockwell Bold"/>
                <a:sym typeface="Rockwell Bold"/>
              </a:defRPr>
            </a:lvl3pPr>
            <a:lvl4pPr marL="0" indent="1371600">
              <a:buClrTx/>
              <a:buSzTx/>
              <a:buNone/>
              <a:defRPr>
                <a:solidFill>
                  <a:srgbClr val="9E3611"/>
                </a:solidFill>
                <a:latin typeface="Rockwell Bold"/>
                <a:ea typeface="Rockwell Bold"/>
                <a:cs typeface="Rockwell Bold"/>
                <a:sym typeface="Rockwell Bold"/>
              </a:defRPr>
            </a:lvl4pPr>
            <a:lvl5pPr marL="0" indent="1828800">
              <a:buClrTx/>
              <a:buSzTx/>
              <a:buNone/>
              <a:defRPr>
                <a:solidFill>
                  <a:srgbClr val="9E3611"/>
                </a:solidFill>
                <a:latin typeface="Rockwell Bold"/>
                <a:ea typeface="Rockwell Bold"/>
                <a:cs typeface="Rockwell Bold"/>
                <a:sym typeface="Rockwell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364223" y="2048255"/>
            <a:ext cx="4754881" cy="640081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  <a:defRPr>
                <a:solidFill>
                  <a:srgbClr val="9E3611"/>
                </a:solidFill>
                <a:latin typeface="Rockwell Bold"/>
                <a:ea typeface="Rockwell Bold"/>
                <a:cs typeface="Rockwell Bold"/>
                <a:sym typeface="Rockwell Bold"/>
              </a:defRPr>
            </a:pPr>
            <a:endParaRPr/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"/>
          <p:cNvSpPr/>
          <p:nvPr/>
        </p:nvSpPr>
        <p:spPr>
          <a:xfrm>
            <a:off x="8303739" y="-1"/>
            <a:ext cx="3888260" cy="685800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1" cy="1737361"/>
          </a:xfrm>
          <a:prstGeom prst="rect">
            <a:avLst/>
          </a:prstGeom>
        </p:spPr>
        <p:txBody>
          <a:bodyPr anchor="b"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549640" y="2423159"/>
            <a:ext cx="3200401" cy="329184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ClrTx/>
              <a:buSzTx/>
              <a:buNone/>
              <a:defRPr sz="1400">
                <a:solidFill>
                  <a:srgbClr val="9E3611"/>
                </a:solidFill>
              </a:defRPr>
            </a:pPr>
            <a:endParaRPr/>
          </a:p>
        </p:txBody>
      </p:sp>
      <p:grpSp>
        <p:nvGrpSpPr>
          <p:cNvPr id="85" name="Group 8"/>
          <p:cNvGrpSpPr/>
          <p:nvPr/>
        </p:nvGrpSpPr>
        <p:grpSpPr>
          <a:xfrm>
            <a:off x="11401724" y="6229680"/>
            <a:ext cx="457201" cy="457201"/>
            <a:chOff x="0" y="0"/>
            <a:chExt cx="457200" cy="457200"/>
          </a:xfrm>
        </p:grpSpPr>
        <p:sp>
          <p:nvSpPr>
            <p:cNvPr id="83" name="Oval 9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Oval 10"/>
            <p:cNvSpPr/>
            <p:nvPr/>
          </p:nvSpPr>
          <p:spPr>
            <a:xfrm>
              <a:off x="29193" y="29192"/>
              <a:ext cx="398815" cy="398817"/>
            </a:xfrm>
            <a:prstGeom prst="ellips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0"/>
          <p:cNvSpPr/>
          <p:nvPr/>
        </p:nvSpPr>
        <p:spPr>
          <a:xfrm>
            <a:off x="8303739" y="-1"/>
            <a:ext cx="3888260" cy="685800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Title Text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1" cy="1737361"/>
          </a:xfrm>
          <a:prstGeom prst="rect">
            <a:avLst/>
          </a:prstGeom>
        </p:spPr>
        <p:txBody>
          <a:bodyPr anchor="b"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95" name="Picture Placeholder 2"/>
          <p:cNvSpPr>
            <a:spLocks noGrp="1"/>
          </p:cNvSpPr>
          <p:nvPr>
            <p:ph type="pic" idx="21"/>
          </p:nvPr>
        </p:nvSpPr>
        <p:spPr>
          <a:xfrm>
            <a:off x="0" y="0"/>
            <a:ext cx="830374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549640" y="2423160"/>
            <a:ext cx="3200401" cy="32918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000"/>
              </a:spcBef>
              <a:buClrTx/>
              <a:buSzTx/>
              <a:buNone/>
              <a:defRPr sz="1400">
                <a:solidFill>
                  <a:srgbClr val="9E3611"/>
                </a:solidFill>
              </a:defRPr>
            </a:lvl1pPr>
            <a:lvl2pPr marL="0" indent="457200">
              <a:lnSpc>
                <a:spcPct val="100000"/>
              </a:lnSpc>
              <a:spcBef>
                <a:spcPts val="1000"/>
              </a:spcBef>
              <a:buClrTx/>
              <a:buSzTx/>
              <a:buNone/>
              <a:defRPr sz="1400">
                <a:solidFill>
                  <a:srgbClr val="9E3611"/>
                </a:solidFill>
              </a:defRPr>
            </a:lvl2pPr>
            <a:lvl3pPr marL="0" indent="914400">
              <a:lnSpc>
                <a:spcPct val="100000"/>
              </a:lnSpc>
              <a:spcBef>
                <a:spcPts val="1000"/>
              </a:spcBef>
              <a:buClrTx/>
              <a:buSzTx/>
              <a:buNone/>
              <a:defRPr sz="1400">
                <a:solidFill>
                  <a:srgbClr val="9E3611"/>
                </a:solidFill>
              </a:defRPr>
            </a:lvl3pPr>
            <a:lvl4pPr marL="0" indent="1371600">
              <a:lnSpc>
                <a:spcPct val="100000"/>
              </a:lnSpc>
              <a:spcBef>
                <a:spcPts val="1000"/>
              </a:spcBef>
              <a:buClrTx/>
              <a:buSzTx/>
              <a:buNone/>
              <a:defRPr sz="1400">
                <a:solidFill>
                  <a:srgbClr val="9E3611"/>
                </a:solidFill>
              </a:defRPr>
            </a:lvl4pPr>
            <a:lvl5pPr marL="0" indent="1828800">
              <a:lnSpc>
                <a:spcPct val="100000"/>
              </a:lnSpc>
              <a:spcBef>
                <a:spcPts val="1000"/>
              </a:spcBef>
              <a:buClrTx/>
              <a:buSzTx/>
              <a:buNone/>
              <a:defRPr sz="1400">
                <a:solidFill>
                  <a:srgbClr val="9E361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99" name="Group 7"/>
          <p:cNvGrpSpPr/>
          <p:nvPr/>
        </p:nvGrpSpPr>
        <p:grpSpPr>
          <a:xfrm>
            <a:off x="11401724" y="6229680"/>
            <a:ext cx="457201" cy="457201"/>
            <a:chOff x="0" y="0"/>
            <a:chExt cx="457200" cy="457200"/>
          </a:xfrm>
        </p:grpSpPr>
        <p:sp>
          <p:nvSpPr>
            <p:cNvPr id="97" name="Oval 8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Oval 9"/>
            <p:cNvSpPr/>
            <p:nvPr/>
          </p:nvSpPr>
          <p:spPr>
            <a:xfrm>
              <a:off x="29193" y="29192"/>
              <a:ext cx="398815" cy="398817"/>
            </a:xfrm>
            <a:prstGeom prst="ellips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/>
          <p:nvPr/>
        </p:nvGrpSpPr>
        <p:grpSpPr>
          <a:xfrm>
            <a:off x="11401724" y="6229680"/>
            <a:ext cx="457201" cy="457201"/>
            <a:chOff x="0" y="0"/>
            <a:chExt cx="457200" cy="457200"/>
          </a:xfrm>
        </p:grpSpPr>
        <p:sp>
          <p:nvSpPr>
            <p:cNvPr id="2" name="Oval 7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blipFill rotWithShape="1">
              <a:blip r:embed="rId11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" name="Oval 8"/>
            <p:cNvSpPr/>
            <p:nvPr/>
          </p:nvSpPr>
          <p:spPr>
            <a:xfrm>
              <a:off x="29193" y="29192"/>
              <a:ext cx="398815" cy="398817"/>
            </a:xfrm>
            <a:prstGeom prst="ellips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1069847" y="484631"/>
            <a:ext cx="10058401" cy="160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Rockwell Condensed"/>
                <a:ea typeface="Rockwell Condensed"/>
                <a:cs typeface="Rockwell Condensed"/>
                <a:sym typeface="Rockwell Condense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0" baseline="0">
          <a:solidFill>
            <a:schemeClr val="accent2"/>
          </a:solidFill>
          <a:uFillTx/>
          <a:latin typeface="Rockwell Condensed"/>
          <a:ea typeface="Rockwell Condensed"/>
          <a:cs typeface="Rockwell Condensed"/>
          <a:sym typeface="Rockwell Condensed"/>
        </a:defRPr>
      </a:lvl9pPr>
    </p:titleStyle>
    <p:bodyStyle>
      <a:lvl1pPr marL="182879" marR="0" indent="-182879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1pPr>
      <a:lvl2pPr marL="477519" marR="0" indent="-203199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2pPr>
      <a:lvl3pPr marL="777239" marR="0" indent="-22860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3pPr>
      <a:lvl4pPr marL="1051559" marR="0" indent="-22860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4pPr>
      <a:lvl5pPr marL="1325880" marR="0" indent="-22860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5pPr>
      <a:lvl6pPr marL="1657150" marR="0" indent="-28575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6pPr>
      <a:lvl7pPr marL="1957149" marR="0" indent="-28575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7pPr>
      <a:lvl8pPr marL="2257150" marR="0" indent="-28575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8pPr>
      <a:lvl9pPr marL="2557149" marR="0" indent="-285750" algn="l" defTabSz="914400" rtl="0" latinLnBrk="0">
        <a:lnSpc>
          <a:spcPct val="90000"/>
        </a:lnSpc>
        <a:spcBef>
          <a:spcPts val="1200"/>
        </a:spcBef>
        <a:spcAft>
          <a:spcPts val="0"/>
        </a:spcAft>
        <a:buClr>
          <a:srgbClr val="9E3611"/>
        </a:buClr>
        <a:buSzPct val="85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Rockwell"/>
          <a:ea typeface="Rockwell"/>
          <a:cs typeface="Rockwell"/>
          <a:sym typeface="Rockwell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ckwell Condense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1638300" y="6166996"/>
            <a:ext cx="8892048" cy="592300"/>
          </a:xfrm>
          <a:prstGeom prst="rect">
            <a:avLst/>
          </a:prstGeom>
        </p:spPr>
        <p:txBody>
          <a:bodyPr/>
          <a:lstStyle/>
          <a:p>
            <a:pPr algn="ctr">
              <a:defRPr sz="1800"/>
            </a:pPr>
            <a:r>
              <a:rPr dirty="0"/>
              <a:t>School of Electronic Sciences</a:t>
            </a:r>
            <a:br>
              <a:rPr dirty="0"/>
            </a:br>
            <a:r>
              <a:rPr dirty="0"/>
              <a:t>Odisha University of Technology and Research</a:t>
            </a:r>
          </a:p>
        </p:txBody>
      </p:sp>
      <p:pic>
        <p:nvPicPr>
          <p:cNvPr id="110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889" y="96751"/>
            <a:ext cx="1130222" cy="112114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11" name="Table 2"/>
          <p:cNvGraphicFramePr/>
          <p:nvPr>
            <p:extLst>
              <p:ext uri="{D42A27DB-BD31-4B8C-83A1-F6EECF244321}">
                <p14:modId xmlns:p14="http://schemas.microsoft.com/office/powerpoint/2010/main" val="3953685336"/>
              </p:ext>
            </p:extLst>
          </p:nvPr>
        </p:nvGraphicFramePr>
        <p:xfrm>
          <a:off x="2032000" y="4277111"/>
          <a:ext cx="8128000" cy="1584960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510">
                <a:tc>
                  <a:txBody>
                    <a:bodyPr/>
                    <a:lstStyle/>
                    <a:p>
                      <a:pPr algn="l" defTabSz="914400">
                        <a:defRPr u="sng">
                          <a:effectLst>
                            <a:outerShdw blurRad="38100" dist="38100" dir="2700000" rotWithShape="0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ckwell Bold"/>
                          <a:ea typeface="Rockwell Bold"/>
                          <a:cs typeface="Rockwell Bold"/>
                          <a:sym typeface="Rockwell Bold"/>
                        </a:defRPr>
                      </a:pPr>
                      <a:r>
                        <a:rPr u="none" dirty="0"/>
                        <a:t>Presented by,</a:t>
                      </a:r>
                      <a:br>
                        <a:rPr u="none" dirty="0"/>
                      </a:br>
                      <a:r>
                        <a:rPr u="none" dirty="0">
                          <a:effectLst/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ADARSHA</a:t>
                      </a:r>
                      <a:r>
                        <a:rPr dirty="0">
                          <a:effectLst/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 </a:t>
                      </a:r>
                      <a:r>
                        <a:rPr u="none" dirty="0">
                          <a:effectLst/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NATIA </a:t>
                      </a:r>
                      <a:r>
                        <a:rPr u="none" dirty="0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– 2311O330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  <a:p>
                      <a:pPr algn="l" defTabSz="914400">
                        <a:defRPr>
                          <a:sym typeface="Rockwell"/>
                        </a:defRPr>
                      </a:pPr>
                      <a:r>
                        <a:rPr dirty="0"/>
                        <a:t>AMIT KUMAR SAHOO - 23110338</a:t>
                      </a:r>
                      <a:endParaRPr dirty="0">
                        <a:solidFill>
                          <a:srgbClr val="FFFFFF"/>
                        </a:solidFill>
                        <a:latin typeface="Rockwell Bold"/>
                        <a:ea typeface="Rockwell Bold"/>
                        <a:cs typeface="Rockwell Bold"/>
                        <a:sym typeface="Rockwell Bold"/>
                      </a:endParaRPr>
                    </a:p>
                    <a:p>
                      <a:pPr algn="l" defTabSz="914400">
                        <a:defRPr>
                          <a:sym typeface="Rockwell"/>
                        </a:defRPr>
                      </a:pPr>
                      <a:r>
                        <a:rPr dirty="0"/>
                        <a:t>AMITESH KUMAR SAMAL- 23110339</a:t>
                      </a:r>
                      <a:endParaRPr dirty="0">
                        <a:solidFill>
                          <a:srgbClr val="FFFFFF"/>
                        </a:solidFill>
                        <a:latin typeface="Rockwell Bold"/>
                        <a:ea typeface="Rockwell Bold"/>
                        <a:cs typeface="Rockwell Bold"/>
                        <a:sym typeface="Rockwell Bold"/>
                      </a:endParaRPr>
                    </a:p>
                    <a:p>
                      <a:pPr algn="l" defTabSz="914400">
                        <a:defRPr>
                          <a:sym typeface="Rockwell"/>
                        </a:defRPr>
                      </a:pPr>
                      <a:r>
                        <a:rPr dirty="0"/>
                        <a:t>ANUBHAB GHOSH- 23110341</a:t>
                      </a:r>
                      <a:endParaRPr dirty="0">
                        <a:solidFill>
                          <a:srgbClr val="FFFFFF"/>
                        </a:solidFill>
                        <a:latin typeface="Rockwell Bold"/>
                        <a:ea typeface="Rockwell Bold"/>
                        <a:cs typeface="Rockwell Bold"/>
                        <a:sym typeface="Rockwell Bold"/>
                      </a:endParaRPr>
                    </a:p>
                    <a:p>
                      <a:pPr algn="l" defTabSz="914400">
                        <a:defRPr>
                          <a:sym typeface="Rockwell"/>
                        </a:defRPr>
                      </a:pPr>
                      <a:r>
                        <a:rPr dirty="0"/>
                        <a:t>6</a:t>
                      </a:r>
                      <a:r>
                        <a:rPr baseline="30000" dirty="0"/>
                        <a:t>th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sem</a:t>
                      </a:r>
                      <a:r>
                        <a:rPr dirty="0"/>
                        <a:t>, Branch-ECE                    </a:t>
                      </a:r>
                      <a:br>
                        <a:rPr dirty="0"/>
                      </a:br>
                      <a:endParaRPr dirty="0"/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u="sng">
                          <a:latin typeface="Rockwell Bold"/>
                          <a:ea typeface="Rockwell Bold"/>
                          <a:cs typeface="Rockwell Bold"/>
                          <a:sym typeface="Rockwell Bold"/>
                        </a:defRPr>
                      </a:pPr>
                      <a:r>
                        <a:rPr dirty="0"/>
                        <a:t>Under the guidance of: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  <a:p>
                      <a:pPr defTabSz="914400">
                        <a:defRPr>
                          <a:latin typeface="Rockwell Bold"/>
                          <a:ea typeface="Rockwell Bold"/>
                          <a:cs typeface="Rockwell Bold"/>
                          <a:sym typeface="Rockwell Bold"/>
                        </a:defRPr>
                      </a:pPr>
                      <a:r>
                        <a:rPr dirty="0"/>
                        <a:t>               MR.SUSHANTA KUMAR SAHU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  <a:p>
                      <a:pPr defTabSz="914400">
                        <a:defRPr>
                          <a:latin typeface="Rockwell Bold"/>
                          <a:ea typeface="Rockwell Bold"/>
                          <a:cs typeface="Rockwell Bold"/>
                          <a:sym typeface="Rockwell Bold"/>
                        </a:defRPr>
                      </a:pPr>
                      <a:r>
                        <a:rPr dirty="0"/>
                        <a:t>    ASSISTANT PROFESSOR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  <a:p>
                      <a:pPr defTabSz="914400">
                        <a:defRPr>
                          <a:latin typeface="Rockwell Bold"/>
                          <a:ea typeface="Rockwell Bold"/>
                          <a:cs typeface="Rockwell Bold"/>
                          <a:sym typeface="Rockwell Bold"/>
                        </a:defRPr>
                      </a:pPr>
                      <a:r>
                        <a:rPr lang="en-US" dirty="0"/>
                        <a:t>            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" name="Title 1"/>
          <p:cNvSpPr txBox="1">
            <a:spLocks noGrp="1"/>
          </p:cNvSpPr>
          <p:nvPr>
            <p:ph type="ctrTitle" idx="4294967295"/>
          </p:nvPr>
        </p:nvSpPr>
        <p:spPr>
          <a:xfrm>
            <a:off x="943510" y="1296316"/>
            <a:ext cx="10304980" cy="3233586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80000"/>
              </a:lnSpc>
              <a:defRPr sz="2800">
                <a:solidFill>
                  <a:srgbClr val="000000"/>
                </a:solidFill>
              </a:defRPr>
            </a:pPr>
            <a:r>
              <a:t>PROJECT FOR PRODUCT DEVELOPMENT-1 </a:t>
            </a:r>
            <a:br/>
            <a:r>
              <a:rPr sz="2400"/>
              <a:t>Presentation on</a:t>
            </a:r>
            <a:br>
              <a:rPr sz="2400"/>
            </a:br>
            <a:endParaRPr sz="2400"/>
          </a:p>
          <a:p>
            <a:pPr algn="ctr">
              <a:lnSpc>
                <a:spcPct val="80000"/>
              </a:lnSpc>
              <a:defRPr sz="2800">
                <a:solidFill>
                  <a:srgbClr val="000000"/>
                </a:solidFill>
              </a:defRPr>
            </a:pPr>
            <a:r>
              <a:rPr sz="2400" b="1">
                <a:solidFill>
                  <a:schemeClr val="accent2"/>
                </a:solidFill>
              </a:rPr>
              <a:t>Analysis of Equivalent Skin Model with Battery-Less Cardiac pacemaker using improved mppt controller</a:t>
            </a:r>
            <a:br>
              <a:rPr sz="2400" b="1">
                <a:solidFill>
                  <a:srgbClr val="C00000"/>
                </a:solidFill>
              </a:rPr>
            </a:br>
            <a:br>
              <a:rPr sz="2400" b="1">
                <a:solidFill>
                  <a:srgbClr val="C00000"/>
                </a:solidFill>
              </a:rPr>
            </a:br>
            <a:r>
              <a:rPr sz="1600"/>
              <a:t>Session:  2025-26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72E44-F921-9435-7857-5C404EAAD124}"/>
              </a:ext>
            </a:extLst>
          </p:cNvPr>
          <p:cNvSpPr txBox="1"/>
          <p:nvPr/>
        </p:nvSpPr>
        <p:spPr>
          <a:xfrm>
            <a:off x="10894142" y="6423636"/>
            <a:ext cx="129785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27-04-2026</a:t>
            </a:r>
            <a:endParaRPr kumimoji="0" lang="en-US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ooter Placeholder 4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 </a:t>
            </a:r>
            <a:r>
              <a:rPr lang="en-US" dirty="0"/>
              <a:t>19</a:t>
            </a:r>
            <a:endParaRPr dirty="0"/>
          </a:p>
        </p:txBody>
      </p:sp>
      <p:sp>
        <p:nvSpPr>
          <p:cNvPr id="115" name="Title 1"/>
          <p:cNvSpPr txBox="1">
            <a:spLocks noGrp="1"/>
          </p:cNvSpPr>
          <p:nvPr>
            <p:ph type="title"/>
          </p:nvPr>
        </p:nvSpPr>
        <p:spPr>
          <a:xfrm>
            <a:off x="983625" y="479912"/>
            <a:ext cx="8689493" cy="671292"/>
          </a:xfrm>
          <a:prstGeom prst="rect">
            <a:avLst/>
          </a:prstGeom>
        </p:spPr>
        <p:txBody>
          <a:bodyPr>
            <a:normAutofit/>
          </a:bodyPr>
          <a:lstStyle>
            <a:lvl1pPr defTabSz="795527">
              <a:defRPr sz="4176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4000" dirty="0"/>
              <a:t>Outline</a:t>
            </a:r>
          </a:p>
        </p:txBody>
      </p:sp>
      <p:sp>
        <p:nvSpPr>
          <p:cNvPr id="11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83624" y="1151202"/>
            <a:ext cx="8869293" cy="502356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Introduction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Literature Survey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Problem statement 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System Model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Flowchart of work (PPD-1)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Experimental Setup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Working Principle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Results And Discussion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Inferences 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Future Work</a:t>
            </a:r>
          </a:p>
          <a:p>
            <a:pPr>
              <a:lnSpc>
                <a:spcPct val="81000"/>
              </a:lnSpc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References</a:t>
            </a:r>
          </a:p>
        </p:txBody>
      </p:sp>
      <p:sp>
        <p:nvSpPr>
          <p:cNvPr id="117" name="Date Placeholder 3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1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523101" y="6319474"/>
            <a:ext cx="216134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ooter Placeholder 7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</a:t>
            </a:r>
            <a:r>
              <a:rPr lang="en-US" dirty="0"/>
              <a:t>.19</a:t>
            </a:r>
            <a:r>
              <a:rPr dirty="0"/>
              <a:t>  </a:t>
            </a:r>
          </a:p>
        </p:txBody>
      </p:sp>
      <p:sp>
        <p:nvSpPr>
          <p:cNvPr id="12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523101" y="6319474"/>
            <a:ext cx="216134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22" name="Title 3"/>
          <p:cNvSpPr txBox="1"/>
          <p:nvPr/>
        </p:nvSpPr>
        <p:spPr>
          <a:xfrm>
            <a:off x="600521" y="466241"/>
            <a:ext cx="10943007" cy="696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ctr" defTabSz="832104">
              <a:lnSpc>
                <a:spcPct val="81000"/>
              </a:lnSpc>
              <a:defRPr sz="4368" cap="all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4000" dirty="0"/>
              <a:t>INTRODUCTION</a:t>
            </a:r>
          </a:p>
        </p:txBody>
      </p:sp>
      <p:sp>
        <p:nvSpPr>
          <p:cNvPr id="123" name="Date Placeholder 6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24" name="Rectangle 3"/>
          <p:cNvSpPr txBox="1"/>
          <p:nvPr/>
        </p:nvSpPr>
        <p:spPr>
          <a:xfrm>
            <a:off x="1874519" y="3195297"/>
            <a:ext cx="8079546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</a:t>
            </a:r>
          </a:p>
        </p:txBody>
      </p:sp>
      <p:sp>
        <p:nvSpPr>
          <p:cNvPr id="125" name="Rectangle 6"/>
          <p:cNvSpPr txBox="1"/>
          <p:nvPr/>
        </p:nvSpPr>
        <p:spPr>
          <a:xfrm>
            <a:off x="800635" y="1282029"/>
            <a:ext cx="10800082" cy="4871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285750" indent="-285750" defTabSz="914400">
              <a:buSzPct val="100000"/>
              <a:buChar char="❑"/>
              <a:defRPr sz="2000">
                <a:latin typeface="Rockwell Bold"/>
                <a:ea typeface="Rockwell Bold"/>
                <a:cs typeface="Rockwell Bold"/>
                <a:sym typeface="Rockwell Bold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742950" lvl="1" indent="-285750" algn="just">
              <a:buSzPct val="100000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Cardiac pacemakers regulate heart rhythm </a:t>
            </a:r>
          </a:p>
          <a:p>
            <a:pPr marL="742950" lvl="1" indent="-285750" algn="just">
              <a:buSzPct val="100000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pacemakers use batteries </a:t>
            </a:r>
          </a:p>
          <a:p>
            <a:pPr marL="742950" lvl="1" indent="-285750" algn="just">
              <a:buSzPct val="100000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life: 8–10 years → requires surgery </a:t>
            </a:r>
          </a:p>
          <a:p>
            <a:pPr marL="742950" lvl="1" indent="-285750" algn="just">
              <a:buSzPct val="100000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battery-less solutions </a:t>
            </a:r>
          </a:p>
          <a:p>
            <a:pPr marL="742950" lvl="1" indent="-285750" algn="just">
              <a:buSzPct val="100000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harvesting as an alternative </a:t>
            </a:r>
          </a:p>
          <a:p>
            <a:pPr marL="742950" lvl="1" indent="-285750" algn="just">
              <a:buSzPct val="100000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742950" lvl="1" indent="-285750" algn="just">
              <a:buSzPct val="100000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85750" indent="-285750">
              <a:buSzPct val="100000"/>
              <a:buChar char="❑"/>
              <a:defRPr sz="2000">
                <a:latin typeface="Rockwell Bold"/>
                <a:ea typeface="Rockwell Bold"/>
                <a:cs typeface="Rockwell Bold"/>
                <a:sym typeface="Rockwell Bold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defTabSz="914400"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      </a:t>
            </a:r>
          </a:p>
          <a:p>
            <a:pPr marL="742950" lvl="1" indent="-285750" algn="just">
              <a:buSzPct val="100000"/>
              <a:buChar char="▪"/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surgeries increase risk </a:t>
            </a:r>
          </a:p>
          <a:p>
            <a:pPr marL="742950" lvl="1" indent="-285750" algn="just">
              <a:buSzPct val="100000"/>
              <a:buChar char="▪"/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medical cost </a:t>
            </a:r>
          </a:p>
          <a:p>
            <a:pPr marL="742950" lvl="1" indent="-285750" algn="just">
              <a:buSzPct val="100000"/>
              <a:buChar char="▪"/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battery life </a:t>
            </a:r>
          </a:p>
          <a:p>
            <a:pPr marL="742950" lvl="1" indent="-285750" algn="just">
              <a:buSzPct val="100000"/>
              <a:buChar char="▪"/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continuous and reliable power </a:t>
            </a:r>
          </a:p>
          <a:p>
            <a:pPr marL="742950" lvl="1" indent="-285750" algn="just">
              <a:buSzPct val="100000"/>
              <a:buChar char="▪"/>
              <a:defRPr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742950" lvl="1" indent="-285750" algn="just">
              <a:buSzPct val="100000"/>
              <a:buChar char="▪"/>
              <a:defRPr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26" name="Picture 19" descr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385" y="1975598"/>
            <a:ext cx="4179699" cy="2787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ooter Placeholder 7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12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523101" y="6319474"/>
            <a:ext cx="216134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30" name="Title 3"/>
          <p:cNvSpPr txBox="1"/>
          <p:nvPr/>
        </p:nvSpPr>
        <p:spPr>
          <a:xfrm>
            <a:off x="600521" y="466241"/>
            <a:ext cx="10943007" cy="696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ctr" defTabSz="832104">
              <a:lnSpc>
                <a:spcPct val="81000"/>
              </a:lnSpc>
              <a:defRPr sz="4368" cap="all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4000" dirty="0"/>
              <a:t>Literature survey</a:t>
            </a:r>
          </a:p>
        </p:txBody>
      </p:sp>
      <p:sp>
        <p:nvSpPr>
          <p:cNvPr id="131" name="Date Placeholder 6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32" name="TextBox 8"/>
          <p:cNvSpPr txBox="1"/>
          <p:nvPr/>
        </p:nvSpPr>
        <p:spPr>
          <a:xfrm>
            <a:off x="1444133" y="1488305"/>
            <a:ext cx="929537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Char char="▪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E0AD64-7981-6882-FD48-9F3D4BA29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46494"/>
              </p:ext>
            </p:extLst>
          </p:nvPr>
        </p:nvGraphicFramePr>
        <p:xfrm>
          <a:off x="609600" y="1049577"/>
          <a:ext cx="10972800" cy="449521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3212020315"/>
                    </a:ext>
                  </a:extLst>
                </a:gridCol>
                <a:gridCol w="1164866">
                  <a:extLst>
                    <a:ext uri="{9D8B030D-6E8A-4147-A177-3AD203B41FA5}">
                      <a16:colId xmlns:a16="http://schemas.microsoft.com/office/drawing/2014/main" val="500865965"/>
                    </a:ext>
                  </a:extLst>
                </a:gridCol>
                <a:gridCol w="2372139">
                  <a:extLst>
                    <a:ext uri="{9D8B030D-6E8A-4147-A177-3AD203B41FA5}">
                      <a16:colId xmlns:a16="http://schemas.microsoft.com/office/drawing/2014/main" val="4003226418"/>
                    </a:ext>
                  </a:extLst>
                </a:gridCol>
                <a:gridCol w="2776331">
                  <a:extLst>
                    <a:ext uri="{9D8B030D-6E8A-4147-A177-3AD203B41FA5}">
                      <a16:colId xmlns:a16="http://schemas.microsoft.com/office/drawing/2014/main" val="3271331366"/>
                    </a:ext>
                  </a:extLst>
                </a:gridCol>
                <a:gridCol w="2464904">
                  <a:extLst>
                    <a:ext uri="{9D8B030D-6E8A-4147-A177-3AD203B41FA5}">
                      <a16:colId xmlns:a16="http://schemas.microsoft.com/office/drawing/2014/main" val="2811297135"/>
                    </a:ext>
                  </a:extLst>
                </a:gridCol>
              </a:tblGrid>
              <a:tr h="33429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Year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Method / Technique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Key Contribution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Limitations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2416017"/>
                  </a:ext>
                </a:extLst>
              </a:tr>
              <a:tr h="8592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Munna Khan et al.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2020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Voltage-based MPPT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continuous power (10–25 mW) for biomedical devices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efficiency under dynamic conditions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1186669"/>
                  </a:ext>
                </a:extLst>
              </a:tr>
              <a:tr h="85928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Andreas Haeberlin et al.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2018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Solar-powered pacemaker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feasibility of subcutaneous PV energy harvesting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light availability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8624452"/>
                  </a:ext>
                </a:extLst>
              </a:tr>
              <a:tr h="56809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V. Tholl et al.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2019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Subdermal solar model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energy generation through skin layers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 varies with skin properties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4350966"/>
                  </a:ext>
                </a:extLst>
              </a:tr>
              <a:tr h="56809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 Dong et al.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2021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Piezoelectric &amp; triboelectric harvesting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Converted mechanical energy from heart motion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power output consistency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0880389"/>
                  </a:ext>
                </a:extLst>
              </a:tr>
              <a:tr h="56809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Adrian Zurbuchen et al.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2017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Heartbeat-driven harvesting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motion-based pacemaker powering system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implementation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0606541"/>
                  </a:ext>
                </a:extLst>
              </a:tr>
              <a:tr h="56809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Various Researchers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2015–2023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MPPT (PSO, GWO, AOA)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tracking accuracy and convergence speed</a:t>
                      </a:r>
                      <a:endParaRPr lang="en-US" sz="16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95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</a:t>
                      </a:r>
                      <a:endParaRPr lang="en-US" sz="16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808225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ooter Placeholder 4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135" name="Title 1"/>
          <p:cNvSpPr txBox="1">
            <a:spLocks noGrp="1"/>
          </p:cNvSpPr>
          <p:nvPr>
            <p:ph type="title"/>
          </p:nvPr>
        </p:nvSpPr>
        <p:spPr>
          <a:xfrm>
            <a:off x="913544" y="585216"/>
            <a:ext cx="10058401" cy="55385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649223">
              <a:defRPr sz="3407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4000" dirty="0"/>
              <a:t>Problem statements</a:t>
            </a:r>
          </a:p>
        </p:txBody>
      </p:sp>
      <p:sp>
        <p:nvSpPr>
          <p:cNvPr id="13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60287" y="1365382"/>
            <a:ext cx="10364914" cy="468108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000000"/>
              </a:buCl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PV output is unstable (depends on irradiance &amp; temperature) </a:t>
            </a:r>
          </a:p>
          <a:p>
            <a:pPr algn="just">
              <a:lnSpc>
                <a:spcPct val="100000"/>
              </a:lnSpc>
              <a:buClr>
                <a:srgbClr val="000000"/>
              </a:buCl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Nonlinear </a:t>
            </a:r>
            <a:r>
              <a:rPr sz="1800" dirty="0" err="1"/>
              <a:t>behaviour</a:t>
            </a:r>
            <a:r>
              <a:rPr sz="1800" dirty="0"/>
              <a:t> makes MPPT tracking difficult </a:t>
            </a:r>
          </a:p>
          <a:p>
            <a:pPr algn="just">
              <a:lnSpc>
                <a:spcPct val="100000"/>
              </a:lnSpc>
              <a:buClr>
                <a:srgbClr val="000000"/>
              </a:buCl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Traditional MPPT: </a:t>
            </a:r>
          </a:p>
          <a:p>
            <a:pPr marL="457200" lvl="1" indent="-182879" algn="just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Slow response </a:t>
            </a:r>
          </a:p>
          <a:p>
            <a:pPr marL="457200" lvl="1" indent="-182879" algn="just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Oscillations </a:t>
            </a:r>
          </a:p>
          <a:p>
            <a:pPr algn="just">
              <a:lnSpc>
                <a:spcPct val="100000"/>
              </a:lnSpc>
              <a:buClr>
                <a:srgbClr val="000000"/>
              </a:buCl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Leads to inefficient and unreliable power </a:t>
            </a:r>
          </a:p>
          <a:p>
            <a:pPr marL="0" indent="0" algn="just">
              <a:lnSpc>
                <a:spcPct val="100000"/>
              </a:lnSpc>
              <a:buSzTx/>
              <a:buFont typeface="Wingdings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Need:</a:t>
            </a:r>
          </a:p>
          <a:p>
            <a:pPr algn="just">
              <a:lnSpc>
                <a:spcPct val="100000"/>
              </a:lnSpc>
              <a:buClr>
                <a:srgbClr val="000000"/>
              </a:buCl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Fast &amp; efficient MPPT </a:t>
            </a:r>
          </a:p>
          <a:p>
            <a:pPr algn="just">
              <a:lnSpc>
                <a:spcPct val="100000"/>
              </a:lnSpc>
              <a:buClr>
                <a:srgbClr val="000000"/>
              </a:buCl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Stable power for pacemaker operation in both variable and constant irradiance condition.</a:t>
            </a:r>
          </a:p>
        </p:txBody>
      </p:sp>
      <p:sp>
        <p:nvSpPr>
          <p:cNvPr id="137" name="Date Placeholder 3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3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523101" y="6319474"/>
            <a:ext cx="216134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</a:t>
            </a:r>
          </a:p>
        </p:txBody>
      </p:sp>
      <p:sp>
        <p:nvSpPr>
          <p:cNvPr id="141" name="Title 3"/>
          <p:cNvSpPr txBox="1">
            <a:spLocks noGrp="1"/>
          </p:cNvSpPr>
          <p:nvPr>
            <p:ph type="title"/>
          </p:nvPr>
        </p:nvSpPr>
        <p:spPr>
          <a:xfrm>
            <a:off x="554801" y="466241"/>
            <a:ext cx="11034447" cy="696897"/>
          </a:xfrm>
          <a:prstGeom prst="rect">
            <a:avLst/>
          </a:prstGeom>
        </p:spPr>
        <p:txBody>
          <a:bodyPr/>
          <a:lstStyle>
            <a:lvl1pPr algn="ctr" defTabSz="832104">
              <a:defRPr sz="4368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 MODEL</a:t>
            </a:r>
          </a:p>
        </p:txBody>
      </p:sp>
      <p:pic>
        <p:nvPicPr>
          <p:cNvPr id="142" name="Content Placeholder 7" descr="Content Placeholder 7"/>
          <p:cNvPicPr>
            <a:picLocks noChangeAspect="1"/>
          </p:cNvPicPr>
          <p:nvPr/>
        </p:nvPicPr>
        <p:blipFill>
          <a:blip r:embed="rId2"/>
          <a:srcRect l="2785" r="2785"/>
          <a:stretch>
            <a:fillRect/>
          </a:stretch>
        </p:blipFill>
        <p:spPr>
          <a:xfrm>
            <a:off x="554228" y="1163137"/>
            <a:ext cx="10756900" cy="4677594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23101" y="6319474"/>
            <a:ext cx="216134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44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45" name="Footer Placeholder 5"/>
          <p:cNvSpPr txBox="1"/>
          <p:nvPr/>
        </p:nvSpPr>
        <p:spPr>
          <a:xfrm>
            <a:off x="2814573" y="5849077"/>
            <a:ext cx="6236210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                FIG.1-SIMULINK MODEL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148" name="Title 3"/>
          <p:cNvSpPr txBox="1">
            <a:spLocks noGrp="1"/>
          </p:cNvSpPr>
          <p:nvPr>
            <p:ph type="title"/>
          </p:nvPr>
        </p:nvSpPr>
        <p:spPr>
          <a:xfrm>
            <a:off x="308611" y="116163"/>
            <a:ext cx="4046219" cy="682073"/>
          </a:xfrm>
          <a:prstGeom prst="rect">
            <a:avLst/>
          </a:prstGeom>
        </p:spPr>
        <p:txBody>
          <a:bodyPr/>
          <a:lstStyle>
            <a:lvl1pPr algn="ctr"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System model</a:t>
            </a:r>
          </a:p>
        </p:txBody>
      </p:sp>
      <p:sp>
        <p:nvSpPr>
          <p:cNvPr id="149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434340" y="793980"/>
            <a:ext cx="10876789" cy="53782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ClrTx/>
              <a:buSzPct val="100000"/>
              <a:buChar char="❑"/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ClrTx/>
              <a:buSzPct val="100000"/>
              <a:buChar char="❑"/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Photovoltaic (PV) System Modeling</a:t>
            </a:r>
            <a:r>
              <a:rPr lang="en-US" dirty="0"/>
              <a:t>-</a:t>
            </a:r>
            <a:endParaRPr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PV cell converts light energy into electrical energy.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Modeled using current source, diode, Rs and </a:t>
            </a:r>
            <a:r>
              <a:rPr dirty="0" err="1"/>
              <a:t>Rsh</a:t>
            </a:r>
            <a:r>
              <a:rPr dirty="0"/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Exhibits nonlinear V–I characteristics.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Maximum Power Point (MPP) varies with irradiance.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Requires MPPT for efficient power extraction.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PV Output Current Equation: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where, </a:t>
            </a:r>
            <a:r>
              <a:rPr dirty="0" err="1"/>
              <a:t>Iph</a:t>
            </a:r>
            <a:r>
              <a:rPr dirty="0"/>
              <a:t> – photocurrent; I – output current;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q = 1.6×10⁻¹⁹ C (electron charge); T – cell temperature;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 – ideality factor; Rs – series resistance;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Rsh</a:t>
            </a:r>
            <a:r>
              <a:rPr dirty="0"/>
              <a:t> – shunt resistance; Voc – open-circuit voltage;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α – temperature coefficient; K – Boltzmann constant;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 – coefficient; </a:t>
            </a:r>
            <a:r>
              <a:rPr dirty="0" err="1"/>
              <a:t>rv</a:t>
            </a:r>
            <a:r>
              <a:rPr dirty="0"/>
              <a:t> – parallel resistance; V – thermal voltage.</a:t>
            </a:r>
          </a:p>
        </p:txBody>
      </p:sp>
      <p:sp>
        <p:nvSpPr>
          <p:cNvPr id="150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23014" y="6319474"/>
            <a:ext cx="216308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51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52" name="Rectangle 6"/>
          <p:cNvSpPr txBox="1"/>
          <p:nvPr/>
        </p:nvSpPr>
        <p:spPr>
          <a:xfrm>
            <a:off x="45719" y="224852"/>
            <a:ext cx="127001" cy="465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defTabSz="914400"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br/>
            <a:endParaRPr/>
          </a:p>
        </p:txBody>
      </p:sp>
      <p:pic>
        <p:nvPicPr>
          <p:cNvPr id="153" name="officeArt object" descr="officeArt obj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780" y="2867381"/>
            <a:ext cx="5101909" cy="7086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</a:t>
            </a:r>
          </a:p>
        </p:txBody>
      </p:sp>
      <p:sp>
        <p:nvSpPr>
          <p:cNvPr id="156" name="Title 3"/>
          <p:cNvSpPr txBox="1">
            <a:spLocks noGrp="1"/>
          </p:cNvSpPr>
          <p:nvPr>
            <p:ph type="title"/>
          </p:nvPr>
        </p:nvSpPr>
        <p:spPr>
          <a:xfrm>
            <a:off x="434340" y="116163"/>
            <a:ext cx="3783331" cy="682073"/>
          </a:xfrm>
          <a:prstGeom prst="rect">
            <a:avLst/>
          </a:prstGeom>
        </p:spPr>
        <p:txBody>
          <a:bodyPr/>
          <a:lstStyle>
            <a:lvl1pPr algn="ctr"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 model</a:t>
            </a:r>
          </a:p>
        </p:txBody>
      </p:sp>
      <p:sp>
        <p:nvSpPr>
          <p:cNvPr id="157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434340" y="793980"/>
            <a:ext cx="10876789" cy="5378222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Font typeface="Wingdings"/>
              <a:buNone/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FOPID Controller</a:t>
            </a:r>
            <a:endParaRPr sz="1800" dirty="0"/>
          </a:p>
          <a:p>
            <a:pPr marL="0" indent="0" algn="just">
              <a:spcBef>
                <a:spcPts val="0"/>
              </a:spcBef>
              <a:buClrTx/>
              <a:buSzPct val="100000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Fractional Order Proportional–Integral–Derivative (FOPID) controller</a:t>
            </a:r>
            <a:endParaRPr sz="1800" dirty="0"/>
          </a:p>
          <a:p>
            <a:pPr marL="0" indent="0" algn="just">
              <a:spcBef>
                <a:spcPts val="0"/>
              </a:spcBef>
              <a:buClrTx/>
              <a:buSzPct val="100000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Extension of conventional PID with fractional orders (λ, μ)</a:t>
            </a:r>
            <a:endParaRPr sz="1800" dirty="0"/>
          </a:p>
          <a:p>
            <a:pPr marL="0" indent="0" algn="just">
              <a:spcBef>
                <a:spcPts val="0"/>
              </a:spcBef>
              <a:buClrTx/>
              <a:buSzPct val="100000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Provides additional tuning flexibility</a:t>
            </a:r>
            <a:endParaRPr sz="1800" dirty="0"/>
          </a:p>
          <a:p>
            <a:pPr marL="0" indent="0" algn="just">
              <a:spcBef>
                <a:spcPts val="0"/>
              </a:spcBef>
              <a:buClrTx/>
              <a:buSzPct val="100000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Improves dynamic response and system stability</a:t>
            </a:r>
            <a:endParaRPr sz="1800" dirty="0"/>
          </a:p>
          <a:p>
            <a:pPr marL="0" indent="0" algn="just">
              <a:spcBef>
                <a:spcPts val="0"/>
              </a:spcBef>
              <a:buClrTx/>
              <a:buSzPct val="100000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Reduces overshoot and steady-state error</a:t>
            </a:r>
            <a:endParaRPr sz="1800" dirty="0"/>
          </a:p>
          <a:p>
            <a:pPr marL="0" indent="0" algn="just">
              <a:spcBef>
                <a:spcPts val="0"/>
              </a:spcBef>
              <a:buClrTx/>
              <a:buSzPct val="100000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Used in MPPT loop for efficient power control</a:t>
            </a:r>
            <a:endParaRPr sz="1800" dirty="0"/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endParaRPr sz="1800" dirty="0"/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Control law:</a:t>
            </a:r>
            <a:endParaRPr sz="1800" dirty="0"/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 dirty="0"/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Where,</a:t>
            </a:r>
            <a:endParaRPr sz="1800" dirty="0"/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U(t) – Controller output</a:t>
            </a:r>
            <a:br>
              <a:rPr dirty="0"/>
            </a:br>
            <a:r>
              <a:rPr dirty="0"/>
              <a:t>E(t) – Error signal</a:t>
            </a:r>
            <a:br>
              <a:rPr dirty="0"/>
            </a:br>
            <a:r>
              <a:rPr dirty="0" err="1"/>
              <a:t>Kp</a:t>
            </a:r>
            <a:r>
              <a:rPr dirty="0"/>
              <a:t> – Proportional gain</a:t>
            </a:r>
            <a:br>
              <a:rPr dirty="0"/>
            </a:br>
            <a:r>
              <a:rPr dirty="0"/>
              <a:t>Ki – Integral gain</a:t>
            </a:r>
            <a:br>
              <a:rPr dirty="0"/>
            </a:br>
            <a:r>
              <a:rPr dirty="0" err="1"/>
              <a:t>Kd</a:t>
            </a:r>
            <a:r>
              <a:rPr dirty="0"/>
              <a:t> – Derivative gain</a:t>
            </a:r>
            <a:br>
              <a:rPr dirty="0"/>
            </a:br>
            <a:r>
              <a:rPr dirty="0"/>
              <a:t>D – Fractional differ-integral operator</a:t>
            </a:r>
            <a:br>
              <a:rPr dirty="0"/>
            </a:br>
            <a:r>
              <a:rPr dirty="0"/>
              <a:t>λ – Order of integration</a:t>
            </a:r>
            <a:br>
              <a:rPr dirty="0"/>
            </a:br>
            <a:r>
              <a:rPr dirty="0"/>
              <a:t>μ – Order of differentiation</a:t>
            </a:r>
            <a:endParaRPr sz="1800" dirty="0"/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sz="1800" dirty="0"/>
            </a:br>
            <a:endParaRPr sz="1800" dirty="0"/>
          </a:p>
        </p:txBody>
      </p:sp>
      <p:sp>
        <p:nvSpPr>
          <p:cNvPr id="158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23101" y="6319474"/>
            <a:ext cx="216134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59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60" name="Rectangle 6"/>
          <p:cNvSpPr txBox="1"/>
          <p:nvPr/>
        </p:nvSpPr>
        <p:spPr>
          <a:xfrm>
            <a:off x="45719" y="224852"/>
            <a:ext cx="127001" cy="465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defTabSz="914400"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br/>
            <a:endParaRPr/>
          </a:p>
        </p:txBody>
      </p:sp>
      <p:pic>
        <p:nvPicPr>
          <p:cNvPr id="161" name="officeArt object" descr="officeArt obj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290" y="2646807"/>
            <a:ext cx="4195446" cy="3949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 </a:t>
            </a:r>
            <a:r>
              <a:rPr lang="en-US" dirty="0"/>
              <a:t>19</a:t>
            </a:r>
            <a:r>
              <a:rPr dirty="0"/>
              <a:t> </a:t>
            </a:r>
          </a:p>
        </p:txBody>
      </p:sp>
      <p:sp>
        <p:nvSpPr>
          <p:cNvPr id="164" name="Title 3"/>
          <p:cNvSpPr txBox="1">
            <a:spLocks noGrp="1"/>
          </p:cNvSpPr>
          <p:nvPr>
            <p:ph type="title"/>
          </p:nvPr>
        </p:nvSpPr>
        <p:spPr>
          <a:xfrm>
            <a:off x="434339" y="116163"/>
            <a:ext cx="3783331" cy="682073"/>
          </a:xfrm>
          <a:prstGeom prst="rect">
            <a:avLst/>
          </a:prstGeom>
        </p:spPr>
        <p:txBody>
          <a:bodyPr/>
          <a:lstStyle>
            <a:lvl1pPr algn="ctr"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 model</a:t>
            </a:r>
          </a:p>
        </p:txBody>
      </p:sp>
      <p:sp>
        <p:nvSpPr>
          <p:cNvPr id="165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434339" y="739889"/>
            <a:ext cx="10876790" cy="53782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Char char="❑"/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Skin Equivalent Model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Skin layers modeled as: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Epidermis → High resistance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Dermis → Moderate resistance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Subcutaneous layer → Low resistance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Human skin behaves as a bio-electrical medium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Modeled using RC equivalent circuit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Components: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R (Resistance) → ionic conduction in tissues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C (Capacitance) → cell membrane storage effect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Represents frequency-dependent impedance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Helps analyze: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</a:t>
            </a:r>
            <a:r>
              <a:rPr dirty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dirty="0"/>
              <a:t>Power loss through tissue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</a:t>
            </a:r>
            <a:r>
              <a:rPr dirty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dirty="0"/>
              <a:t>Voltage drop across layers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Enables realistic simulation of implant environment</a:t>
            </a:r>
          </a:p>
        </p:txBody>
      </p:sp>
      <p:sp>
        <p:nvSpPr>
          <p:cNvPr id="16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23101" y="6319474"/>
            <a:ext cx="216134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67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68" name="Rectangle 6"/>
          <p:cNvSpPr txBox="1"/>
          <p:nvPr/>
        </p:nvSpPr>
        <p:spPr>
          <a:xfrm>
            <a:off x="45719" y="224852"/>
            <a:ext cx="127001" cy="465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defTabSz="914400"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br/>
            <a:endParaRPr/>
          </a:p>
        </p:txBody>
      </p:sp>
      <p:pic>
        <p:nvPicPr>
          <p:cNvPr id="169" name="officeArt object" descr="officeArt obj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023" y="1153478"/>
            <a:ext cx="4459606" cy="2366962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Rectangle 7"/>
          <p:cNvSpPr txBox="1"/>
          <p:nvPr/>
        </p:nvSpPr>
        <p:spPr>
          <a:xfrm>
            <a:off x="7701533" y="3440630"/>
            <a:ext cx="3008377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FIG.2-RC skin equivalent model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173" name="Title 3"/>
          <p:cNvSpPr txBox="1">
            <a:spLocks noGrp="1"/>
          </p:cNvSpPr>
          <p:nvPr>
            <p:ph type="title"/>
          </p:nvPr>
        </p:nvSpPr>
        <p:spPr>
          <a:xfrm>
            <a:off x="434339" y="120419"/>
            <a:ext cx="3783331" cy="682073"/>
          </a:xfrm>
          <a:prstGeom prst="rect">
            <a:avLst/>
          </a:prstGeom>
        </p:spPr>
        <p:txBody>
          <a:bodyPr/>
          <a:lstStyle>
            <a:lvl1pPr algn="ctr"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 model</a:t>
            </a:r>
          </a:p>
        </p:txBody>
      </p:sp>
      <p:sp>
        <p:nvSpPr>
          <p:cNvPr id="174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434339" y="802490"/>
            <a:ext cx="11029951" cy="5369712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buClrTx/>
              <a:buSzPct val="100000"/>
              <a:buChar char="❑"/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DC–DC Boost Converter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Used to step up low voltage obtained from the photovoltaic (PV) system.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Consists of inductor, diode, switch (MOSFET), and capacitor.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Operates based on switching principle (ON and OFF states).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Output voltage is controlled using duty cycle (D).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Higher duty cycle results in higher output voltage.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Provides regulated and continuous output for pacemaker operation.</a:t>
            </a:r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</a:t>
            </a:r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   </a:t>
            </a:r>
            <a:r>
              <a:rPr dirty="0"/>
              <a:t>The relationship between input and output voltage is given by:</a:t>
            </a:r>
            <a:endParaRPr sz="2800" dirty="0"/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where D is the duty cycle of the switching signal.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buClrTx/>
              <a:buSzPct val="100000"/>
              <a:buChar char="❑"/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buClrTx/>
              <a:buSzPct val="100000"/>
              <a:buChar char="❑"/>
              <a:defRPr sz="1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MPPT using Arithmetic Optimization Algorithm (AOA)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Ensures operation at Maximum Power Point (MPP)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Adjusts duty cycle of boost converter</a:t>
            </a:r>
          </a:p>
          <a:p>
            <a:pPr algn="just"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Improves efficiency, accuracy, and stability</a:t>
            </a:r>
          </a:p>
          <a:p>
            <a:pPr marL="0" indent="0" algn="just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   </a:t>
            </a:r>
            <a:r>
              <a:rPr dirty="0"/>
              <a:t>The algorithm operates in four major stages: </a:t>
            </a:r>
          </a:p>
          <a:p>
            <a:pPr marL="0" indent="0" algn="just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             • Initialization of controller parameters </a:t>
            </a:r>
          </a:p>
          <a:p>
            <a:pPr marL="0" indent="0" algn="just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             • Fitness evaluation based on power error </a:t>
            </a:r>
          </a:p>
          <a:p>
            <a:pPr marL="0" indent="0" algn="just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             • Exploration phase for global search </a:t>
            </a:r>
          </a:p>
          <a:p>
            <a:pPr marL="0" indent="0" algn="just"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             • Exploitation phase for local optimization </a:t>
            </a:r>
          </a:p>
        </p:txBody>
      </p:sp>
      <p:sp>
        <p:nvSpPr>
          <p:cNvPr id="175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76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pic>
        <p:nvPicPr>
          <p:cNvPr id="177" name="officeArt object" descr="officeArt obj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294" y="2869363"/>
            <a:ext cx="1549401" cy="701676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Rectangle 6"/>
          <p:cNvSpPr txBox="1"/>
          <p:nvPr/>
        </p:nvSpPr>
        <p:spPr>
          <a:xfrm>
            <a:off x="45719" y="224852"/>
            <a:ext cx="127001" cy="465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defTabSz="914400"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br/>
            <a:endParaRPr/>
          </a:p>
        </p:txBody>
      </p:sp>
      <p:pic>
        <p:nvPicPr>
          <p:cNvPr id="179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961" y="1084091"/>
            <a:ext cx="2532850" cy="2398955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Box 13"/>
          <p:cNvSpPr txBox="1"/>
          <p:nvPr/>
        </p:nvSpPr>
        <p:spPr>
          <a:xfrm>
            <a:off x="8545829" y="3483045"/>
            <a:ext cx="3166111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FIG.3-DC-DC Booster circuit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183" name="Title 3"/>
          <p:cNvSpPr txBox="1">
            <a:spLocks noGrp="1"/>
          </p:cNvSpPr>
          <p:nvPr>
            <p:ph type="title"/>
          </p:nvPr>
        </p:nvSpPr>
        <p:spPr>
          <a:xfrm>
            <a:off x="506386" y="53938"/>
            <a:ext cx="11034447" cy="696898"/>
          </a:xfrm>
          <a:prstGeom prst="rect">
            <a:avLst/>
          </a:prstGeom>
        </p:spPr>
        <p:txBody>
          <a:bodyPr/>
          <a:lstStyle>
            <a:lvl1pPr algn="ctr"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Flowchart of work (PPD-1)</a:t>
            </a:r>
          </a:p>
        </p:txBody>
      </p:sp>
      <p:sp>
        <p:nvSpPr>
          <p:cNvPr id="184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85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pic>
        <p:nvPicPr>
          <p:cNvPr id="186" name="Content Placeholder 10" descr="Content Placeholder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8" y="657904"/>
            <a:ext cx="5496426" cy="5754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189" name="Title 3"/>
          <p:cNvSpPr txBox="1">
            <a:spLocks noGrp="1"/>
          </p:cNvSpPr>
          <p:nvPr>
            <p:ph type="title"/>
          </p:nvPr>
        </p:nvSpPr>
        <p:spPr>
          <a:xfrm>
            <a:off x="554801" y="466241"/>
            <a:ext cx="11034447" cy="69689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800"/>
            </a:lvl1pPr>
          </a:lstStyle>
          <a:p>
            <a:r>
              <a:rPr sz="4000" dirty="0"/>
              <a:t>Experimental Setup</a:t>
            </a:r>
          </a:p>
        </p:txBody>
      </p:sp>
      <p:sp>
        <p:nvSpPr>
          <p:cNvPr id="190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91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92" name="Rectangle 10"/>
          <p:cNvSpPr txBox="1">
            <a:spLocks noGrp="1"/>
          </p:cNvSpPr>
          <p:nvPr>
            <p:ph type="body" idx="1"/>
          </p:nvPr>
        </p:nvSpPr>
        <p:spPr>
          <a:xfrm>
            <a:off x="1088135" y="1459889"/>
            <a:ext cx="9690356" cy="4197559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System designed and simulated using </a:t>
            </a:r>
            <a:r>
              <a:rPr b="1" dirty="0"/>
              <a:t>MATLAB/Simulink</a:t>
            </a:r>
            <a:r>
              <a:rPr dirty="0"/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Photovoltaic (PV) cell modeled as energy source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DC-DC boost converter used for voltage step-up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MPPT controller implemented using </a:t>
            </a:r>
            <a:r>
              <a:rPr b="1" dirty="0"/>
              <a:t>AOA algorithm</a:t>
            </a:r>
            <a:r>
              <a:rPr dirty="0"/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FOPID controller used for improved control performance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Skin equivalent model included (RC circuit)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Pacemaker modeled as load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Parameters set based on standard PV characteristics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System tested under constant irradiance conditions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endParaRPr dirty="0"/>
          </a:p>
        </p:txBody>
      </p:sp>
      <p:sp>
        <p:nvSpPr>
          <p:cNvPr id="195" name="Title 3"/>
          <p:cNvSpPr txBox="1">
            <a:spLocks noGrp="1"/>
          </p:cNvSpPr>
          <p:nvPr>
            <p:ph type="title"/>
          </p:nvPr>
        </p:nvSpPr>
        <p:spPr>
          <a:xfrm>
            <a:off x="554801" y="466241"/>
            <a:ext cx="11034447" cy="696897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4800"/>
            </a:lvl1pPr>
          </a:lstStyle>
          <a:p>
            <a:r>
              <a:t>WORKING PRINCIPLE</a:t>
            </a:r>
          </a:p>
        </p:txBody>
      </p:sp>
      <p:sp>
        <p:nvSpPr>
          <p:cNvPr id="19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97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198" name="Rectangle 1"/>
          <p:cNvSpPr txBox="1">
            <a:spLocks noGrp="1"/>
          </p:cNvSpPr>
          <p:nvPr>
            <p:ph type="body" sz="half" idx="1"/>
          </p:nvPr>
        </p:nvSpPr>
        <p:spPr>
          <a:xfrm>
            <a:off x="554804" y="1086820"/>
            <a:ext cx="5442139" cy="4524315"/>
          </a:xfrm>
          <a:prstGeom prst="rect">
            <a:avLst/>
          </a:prstGeom>
        </p:spPr>
        <p:txBody>
          <a:bodyPr anchor="ctr"/>
          <a:lstStyle/>
          <a:p>
            <a:pPr algn="just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PV cell converts incident light into electrical energy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The photovoltaic cell absorbs light (mainly near-infrared) and converts it into electrical     energy using the photoelectric effect.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Generated voltage is low and variable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The PV output voltage is small and fluctuates depending on irradiance and temperature conditions.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DC-DC boost converter steps up the voltage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The boost converter increases the low input voltage to a higher level suitable for pacemaker operation.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MPPT controller tracks Maximum Power Point (MPP)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The controller continuously monitors voltage and current to ensure operation at maximum power point.  </a:t>
            </a:r>
          </a:p>
        </p:txBody>
      </p:sp>
      <p:pic>
        <p:nvPicPr>
          <p:cNvPr id="199" name="Picture 9" descr="Picture 9"/>
          <p:cNvPicPr>
            <a:picLocks noChangeAspect="1"/>
          </p:cNvPicPr>
          <p:nvPr/>
        </p:nvPicPr>
        <p:blipFill>
          <a:blip r:embed="rId2"/>
          <a:srcRect l="758" t="3101" r="827" b="11303"/>
          <a:stretch>
            <a:fillRect/>
          </a:stretch>
        </p:blipFill>
        <p:spPr>
          <a:xfrm>
            <a:off x="6195059" y="1334587"/>
            <a:ext cx="5760779" cy="35231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</a:t>
            </a:r>
          </a:p>
        </p:txBody>
      </p:sp>
      <p:sp>
        <p:nvSpPr>
          <p:cNvPr id="202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422909" y="1044543"/>
            <a:ext cx="10888220" cy="4768914"/>
          </a:xfrm>
          <a:prstGeom prst="rect">
            <a:avLst/>
          </a:prstGeom>
        </p:spPr>
        <p:txBody>
          <a:bodyPr/>
          <a:lstStyle/>
          <a:p>
            <a:pPr>
              <a:buClrTx/>
              <a:buSzPts val="1800"/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AOA algorithm optimizes duty cycle  </a:t>
            </a:r>
          </a:p>
          <a:p>
            <a:pPr marL="0" indent="0"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Arithmetic Optimization Algorithm dynamically adjusts the duty cycle for optimal power extraction. </a:t>
            </a:r>
          </a:p>
          <a:p>
            <a:pPr>
              <a:buClr>
                <a:srgbClr val="000000"/>
              </a:buClr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FOPID controller improves stability and response  </a:t>
            </a:r>
          </a:p>
          <a:p>
            <a:pPr marL="0" indent="0"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It minimizes error, reduces oscillations, and enhances dynamic performance of the system.  </a:t>
            </a:r>
          </a:p>
          <a:p>
            <a:pPr>
              <a:buClr>
                <a:srgbClr val="000000"/>
              </a:buClr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Energy passes through skin equivalent model  </a:t>
            </a:r>
          </a:p>
          <a:p>
            <a:pPr marL="0" indent="0"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The RC model simulates electrical impedance of human tissue and analyzes power transfer.  </a:t>
            </a:r>
          </a:p>
          <a:p>
            <a:pPr>
              <a:buClr>
                <a:srgbClr val="000000"/>
              </a:buClr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Regulated output supplied to pacemaker  </a:t>
            </a:r>
          </a:p>
          <a:p>
            <a:pPr marL="0" indent="0"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A stable voltage (~2V) is delivered to ensure reliable pacemaker functioning.  </a:t>
            </a:r>
          </a:p>
          <a:p>
            <a:pPr>
              <a:buClr>
                <a:srgbClr val="000000"/>
              </a:buClr>
              <a:buFont typeface="Arial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Feedback ensures continuous and stable operation  </a:t>
            </a:r>
          </a:p>
          <a:p>
            <a:pPr marL="0" indent="0"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→ System continuously monitors output and adjusts parameters for consistent performance under varying conditions.</a:t>
            </a:r>
          </a:p>
        </p:txBody>
      </p:sp>
      <p:sp>
        <p:nvSpPr>
          <p:cNvPr id="203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204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205" name="TextBox 10"/>
          <p:cNvSpPr txBox="1"/>
          <p:nvPr/>
        </p:nvSpPr>
        <p:spPr>
          <a:xfrm>
            <a:off x="468629" y="169716"/>
            <a:ext cx="4526282" cy="975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 cap="all">
                <a:solidFill>
                  <a:schemeClr val="accent2"/>
                </a:solidFill>
                <a:latin typeface="Rockwell Condensed"/>
                <a:ea typeface="Rockwell Condensed"/>
                <a:cs typeface="Rockwell Condensed"/>
                <a:sym typeface="Rockwell Condensed"/>
              </a:defRPr>
            </a:lvl1pPr>
          </a:lstStyle>
          <a:p>
            <a:r>
              <a:t>WORKING PRINCIPLE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208" name="Title 3"/>
          <p:cNvSpPr txBox="1">
            <a:spLocks noGrp="1"/>
          </p:cNvSpPr>
          <p:nvPr>
            <p:ph type="title"/>
          </p:nvPr>
        </p:nvSpPr>
        <p:spPr>
          <a:xfrm>
            <a:off x="965770" y="220090"/>
            <a:ext cx="10162479" cy="868682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Results and Discussion</a:t>
            </a:r>
          </a:p>
        </p:txBody>
      </p:sp>
      <p:sp>
        <p:nvSpPr>
          <p:cNvPr id="209" name="Content Placeholder 4"/>
          <p:cNvSpPr txBox="1">
            <a:spLocks noGrp="1"/>
          </p:cNvSpPr>
          <p:nvPr>
            <p:ph type="body" sz="half" idx="1"/>
          </p:nvPr>
        </p:nvSpPr>
        <p:spPr>
          <a:xfrm>
            <a:off x="851470" y="1260221"/>
            <a:ext cx="5080701" cy="414617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Clr>
                <a:srgbClr val="000000"/>
              </a:buClr>
              <a:buChar char="❑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The proposed system performance is analy</a:t>
            </a:r>
            <a:r>
              <a:rPr lang="en-US" sz="1800" dirty="0"/>
              <a:t>z</a:t>
            </a:r>
            <a:r>
              <a:rPr sz="1800" dirty="0"/>
              <a:t>ed under constant irradiance conditions (750 W/m²)</a:t>
            </a:r>
            <a:r>
              <a:rPr lang="en-US" sz="1800" dirty="0"/>
              <a:t>.</a:t>
            </a:r>
            <a:r>
              <a:rPr sz="1800" dirty="0"/>
              <a:t> </a:t>
            </a:r>
          </a:p>
          <a:p>
            <a:pPr algn="just">
              <a:buClr>
                <a:srgbClr val="000000"/>
              </a:buClr>
              <a:buChar char="❑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Output Voltage: ~2.8 V  </a:t>
            </a:r>
          </a:p>
          <a:p>
            <a:pPr algn="just">
              <a:buClr>
                <a:srgbClr val="000000"/>
              </a:buClr>
              <a:buChar char="❑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Output Power: ~0.0115 W (11.5 </a:t>
            </a:r>
            <a:r>
              <a:rPr sz="1800" dirty="0" err="1"/>
              <a:t>mW</a:t>
            </a:r>
            <a:r>
              <a:rPr sz="1800" dirty="0"/>
              <a:t>) </a:t>
            </a:r>
          </a:p>
          <a:p>
            <a:pPr algn="just">
              <a:buClr>
                <a:srgbClr val="000000"/>
              </a:buClr>
              <a:buChar char="❑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System reaches steady-state quickly with minimal fluctuations </a:t>
            </a:r>
            <a:r>
              <a:rPr lang="en-US" sz="1800" dirty="0"/>
              <a:t>.</a:t>
            </a:r>
            <a:r>
              <a:rPr sz="1800" dirty="0"/>
              <a:t> </a:t>
            </a:r>
          </a:p>
          <a:p>
            <a:pPr algn="just">
              <a:buClr>
                <a:srgbClr val="000000"/>
              </a:buClr>
              <a:buChar char="❑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MPPT ensures maximum power extraction</a:t>
            </a:r>
            <a:r>
              <a:rPr lang="en-US" sz="1800" dirty="0"/>
              <a:t>.</a:t>
            </a:r>
            <a:r>
              <a:rPr sz="1800" dirty="0"/>
              <a:t>  </a:t>
            </a:r>
          </a:p>
          <a:p>
            <a:pPr algn="just">
              <a:buClr>
                <a:srgbClr val="000000"/>
              </a:buClr>
              <a:buChar char="❑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AOA + FOPID controller improves stability, convergence speed, and reduces oscillations</a:t>
            </a:r>
            <a:r>
              <a:rPr lang="en-US" sz="1800" dirty="0"/>
              <a:t>.</a:t>
            </a:r>
            <a:r>
              <a:rPr sz="1800" dirty="0"/>
              <a:t>  </a:t>
            </a:r>
          </a:p>
          <a:p>
            <a:pPr algn="just">
              <a:buClr>
                <a:srgbClr val="000000"/>
              </a:buClr>
              <a:buChar char="❑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Provides stable and reliable output for pacemaker operation</a:t>
            </a:r>
            <a:r>
              <a:rPr lang="en-US" sz="1800" dirty="0"/>
              <a:t>.</a:t>
            </a:r>
            <a:r>
              <a:rPr sz="1800" dirty="0"/>
              <a:t> </a:t>
            </a:r>
          </a:p>
        </p:txBody>
      </p:sp>
      <p:sp>
        <p:nvSpPr>
          <p:cNvPr id="210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211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Footer Placeholder 4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</a:t>
            </a:r>
          </a:p>
        </p:txBody>
      </p:sp>
      <p:sp>
        <p:nvSpPr>
          <p:cNvPr id="214" name="Title 1"/>
          <p:cNvSpPr txBox="1">
            <a:spLocks noGrp="1"/>
          </p:cNvSpPr>
          <p:nvPr>
            <p:ph type="title"/>
          </p:nvPr>
        </p:nvSpPr>
        <p:spPr>
          <a:xfrm>
            <a:off x="840657" y="220663"/>
            <a:ext cx="1705899" cy="811725"/>
          </a:xfrm>
          <a:prstGeom prst="rect">
            <a:avLst/>
          </a:prstGeom>
        </p:spPr>
        <p:txBody>
          <a:bodyPr/>
          <a:lstStyle>
            <a:lvl1pPr defTabSz="822959">
              <a:defRPr sz="2880"/>
            </a:lvl1pPr>
          </a:lstStyle>
          <a:p>
            <a:r>
              <a:t>RESULTS</a:t>
            </a:r>
          </a:p>
        </p:txBody>
      </p:sp>
      <p:pic>
        <p:nvPicPr>
          <p:cNvPr id="215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66" y="962938"/>
            <a:ext cx="8981770" cy="4316864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Date Placeholder 3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217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218" name="TextBox 18"/>
          <p:cNvSpPr txBox="1"/>
          <p:nvPr/>
        </p:nvSpPr>
        <p:spPr>
          <a:xfrm>
            <a:off x="3034727" y="5406675"/>
            <a:ext cx="5483451" cy="340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t>     </a:t>
            </a:r>
            <a:r>
              <a:rPr sz="1600" b="1">
                <a:latin typeface="Times New Roman"/>
                <a:ea typeface="Times New Roman"/>
                <a:cs typeface="Times New Roman"/>
                <a:sym typeface="Times New Roman"/>
              </a:rPr>
              <a:t>FIG.4-Time Response of PV Voltage with MPPT Control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ooter Placeholder 4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221" name="Title 1"/>
          <p:cNvSpPr txBox="1">
            <a:spLocks noGrp="1"/>
          </p:cNvSpPr>
          <p:nvPr>
            <p:ph type="title"/>
          </p:nvPr>
        </p:nvSpPr>
        <p:spPr>
          <a:xfrm>
            <a:off x="1069847" y="484631"/>
            <a:ext cx="1987986" cy="71490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RESULTS</a:t>
            </a:r>
          </a:p>
        </p:txBody>
      </p:sp>
      <p:pic>
        <p:nvPicPr>
          <p:cNvPr id="222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12" y="1022452"/>
            <a:ext cx="9347753" cy="3981451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Date Placeholder 3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224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467018" y="6319474"/>
            <a:ext cx="328301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25" name="TextBox 8"/>
          <p:cNvSpPr txBox="1"/>
          <p:nvPr/>
        </p:nvSpPr>
        <p:spPr>
          <a:xfrm>
            <a:off x="2533281" y="5130512"/>
            <a:ext cx="743662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b="1" dirty="0"/>
              <a:t>FIG.5-Time Response of Output Power using MPPT-Controlled Boost Converter 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228" name="Title 3"/>
          <p:cNvSpPr txBox="1">
            <a:spLocks noGrp="1"/>
          </p:cNvSpPr>
          <p:nvPr>
            <p:ph type="title"/>
          </p:nvPr>
        </p:nvSpPr>
        <p:spPr>
          <a:xfrm>
            <a:off x="771897" y="466241"/>
            <a:ext cx="10058401" cy="696897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4800"/>
            </a:lvl1pPr>
          </a:lstStyle>
          <a:p>
            <a:r>
              <a:t>INference</a:t>
            </a:r>
          </a:p>
        </p:txBody>
      </p:sp>
      <p:sp>
        <p:nvSpPr>
          <p:cNvPr id="229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230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  <p:sp>
        <p:nvSpPr>
          <p:cNvPr id="231" name="Rectangle 2"/>
          <p:cNvSpPr txBox="1">
            <a:spLocks noGrp="1"/>
          </p:cNvSpPr>
          <p:nvPr>
            <p:ph type="body" sz="half" idx="1"/>
          </p:nvPr>
        </p:nvSpPr>
        <p:spPr>
          <a:xfrm>
            <a:off x="1088136" y="1459120"/>
            <a:ext cx="9835889" cy="2951066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battery-less cardiac pacemaker using photovoltaic energy harvesting is feasible and effective.</a:t>
            </a: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equivalent skin model enables realistic analysis of energy transfer through biological tissue.</a:t>
            </a: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AOA-based MPPT combined with FOPID ensures efficient power extraction.</a:t>
            </a: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system maintains stable operation under constant and varying irradiance conditions.</a:t>
            </a: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Sufficient and continuous power is achieved for pacemaker operation.</a:t>
            </a:r>
          </a:p>
          <a:p>
            <a:pPr>
              <a:lnSpc>
                <a:spcPct val="150000"/>
              </a:lnSpc>
              <a:spcBef>
                <a:spcPts val="0"/>
              </a:spcBef>
              <a:buClrTx/>
              <a:buSzPct val="100000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system eliminates the need for battery replacement, reducing surgical risks.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234" name="Title 3"/>
          <p:cNvSpPr txBox="1">
            <a:spLocks noGrp="1"/>
          </p:cNvSpPr>
          <p:nvPr>
            <p:ph type="title"/>
          </p:nvPr>
        </p:nvSpPr>
        <p:spPr>
          <a:xfrm>
            <a:off x="771897" y="466241"/>
            <a:ext cx="10058401" cy="696897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4800"/>
            </a:lvl1pPr>
          </a:lstStyle>
          <a:p>
            <a:r>
              <a:t>Future Scope</a:t>
            </a:r>
          </a:p>
        </p:txBody>
      </p:sp>
      <p:sp>
        <p:nvSpPr>
          <p:cNvPr id="235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1128217" y="1263721"/>
            <a:ext cx="9833154" cy="4474139"/>
          </a:xfrm>
          <a:prstGeom prst="rect">
            <a:avLst/>
          </a:prstGeom>
        </p:spPr>
        <p:txBody>
          <a:bodyPr/>
          <a:lstStyle/>
          <a:p>
            <a:pPr indent="-365759" algn="just">
              <a:buSzTx/>
              <a:buFont typeface="Wingdings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current work focuses on the design and simulation of a photovoltaic-based battery-less cardiac pacemaker under constant irradiance conditions. Further improvements can be carried out in the following areas:</a:t>
            </a:r>
          </a:p>
          <a:p>
            <a:pPr marL="342900" indent="-342900">
              <a:buClr>
                <a:srgbClr val="000000"/>
              </a:buClr>
              <a:buSzPts val="1800"/>
              <a:buFont typeface="Symbol"/>
              <a:buChar char="·"/>
              <a:tabLst>
                <a:tab pos="457200" algn="l"/>
              </a:tabLst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Multi-source Energy Harvesting:</a:t>
            </a:r>
            <a:br/>
            <a:r>
              <a:t>Integration of additional energy sources such as thermoelectric (TEG) and piezoelectric generators along with PV to improve reliability and ensure continuous power supply. </a:t>
            </a:r>
          </a:p>
          <a:p>
            <a:pPr marL="342900" indent="-342900">
              <a:buClr>
                <a:srgbClr val="000000"/>
              </a:buClr>
              <a:buSzPts val="1800"/>
              <a:buFont typeface="Symbol"/>
              <a:buChar char="·"/>
              <a:tabLst>
                <a:tab pos="457200" algn="l"/>
              </a:tabLst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Implementation:</a:t>
            </a:r>
            <a:br/>
            <a:r>
              <a:t>Development of a real-time hardware prototype to validate the simulation results and analyze practical performance. </a:t>
            </a:r>
          </a:p>
          <a:p>
            <a:pPr marL="342900" indent="-342900">
              <a:buClr>
                <a:srgbClr val="000000"/>
              </a:buClr>
              <a:buSzPts val="1800"/>
              <a:buFont typeface="Symbol"/>
              <a:buChar char="·"/>
              <a:tabLst>
                <a:tab pos="457200" algn="l"/>
              </a:tabLst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Variable Irradiance Analysis:</a:t>
            </a:r>
            <a:br/>
            <a:r>
              <a:t>Extension of the system to operate efficiently under varying irradiance conditions, ensuring stable performance in real-world environments. </a:t>
            </a:r>
          </a:p>
        </p:txBody>
      </p:sp>
      <p:sp>
        <p:nvSpPr>
          <p:cNvPr id="23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237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Footer Placeholder 5"/>
          <p:cNvSpPr txBox="1"/>
          <p:nvPr/>
        </p:nvSpPr>
        <p:spPr>
          <a:xfrm>
            <a:off x="1133855" y="6324542"/>
            <a:ext cx="623621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Project for Product Development-1                              Group No.</a:t>
            </a:r>
            <a:r>
              <a:rPr lang="en-US" dirty="0"/>
              <a:t>19</a:t>
            </a:r>
            <a:r>
              <a:rPr dirty="0"/>
              <a:t>  </a:t>
            </a:r>
          </a:p>
        </p:txBody>
      </p:sp>
      <p:sp>
        <p:nvSpPr>
          <p:cNvPr id="240" name="Title 3"/>
          <p:cNvSpPr txBox="1">
            <a:spLocks noGrp="1"/>
          </p:cNvSpPr>
          <p:nvPr>
            <p:ph type="title"/>
          </p:nvPr>
        </p:nvSpPr>
        <p:spPr>
          <a:xfrm>
            <a:off x="771897" y="466241"/>
            <a:ext cx="10058401" cy="696897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4800"/>
            </a:lvl1pPr>
          </a:lstStyle>
          <a:p>
            <a:r>
              <a:t>References</a:t>
            </a:r>
          </a:p>
        </p:txBody>
      </p:sp>
      <p:sp>
        <p:nvSpPr>
          <p:cNvPr id="241" name="Content Placeholder 4"/>
          <p:cNvSpPr txBox="1">
            <a:spLocks noGrp="1"/>
          </p:cNvSpPr>
          <p:nvPr>
            <p:ph type="body" idx="1"/>
          </p:nvPr>
        </p:nvSpPr>
        <p:spPr>
          <a:xfrm>
            <a:off x="410966" y="1081157"/>
            <a:ext cx="11435137" cy="5374190"/>
          </a:xfrm>
          <a:prstGeom prst="rect">
            <a:avLst/>
          </a:prstGeom>
        </p:spPr>
        <p:txBody>
          <a:bodyPr/>
          <a:lstStyle/>
          <a:p>
            <a:pPr marL="0" indent="0" algn="just">
              <a:buSzTx/>
              <a:buFont typeface="Wingdings"/>
              <a:buNone/>
              <a:tabLst>
                <a:tab pos="571500" algn="l"/>
                <a:tab pos="1155700" algn="l"/>
                <a:tab pos="1739900" algn="l"/>
                <a:tab pos="2324100" algn="l"/>
                <a:tab pos="2908300" algn="l"/>
                <a:tab pos="3479800" algn="l"/>
                <a:tab pos="4064000" algn="l"/>
                <a:tab pos="4648200" algn="l"/>
                <a:tab pos="5232400" algn="l"/>
                <a:tab pos="5816600" algn="l"/>
                <a:tab pos="6388100" algn="l"/>
                <a:tab pos="6972300" algn="l"/>
                <a:tab pos="7556500" algn="l"/>
                <a:tab pos="8140700" algn="l"/>
                <a:tab pos="8724900" algn="l"/>
                <a:tab pos="9296400" algn="l"/>
              </a:tabLst>
              <a:defRPr sz="1600"/>
            </a:pPr>
            <a:r>
              <a:t>[1]</a:t>
            </a:r>
            <a:r>
              <a:rPr>
                <a:solidFill>
                  <a:srgbClr val="00B050"/>
                </a:solidFill>
              </a:rPr>
              <a:t> 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A. Kumar, M. Kumar, and R. Komaragiri, </a:t>
            </a:r>
            <a:r>
              <a:rPr sz="1800" i="1">
                <a:latin typeface="Times New Roman"/>
                <a:ea typeface="Times New Roman"/>
                <a:cs typeface="Times New Roman"/>
                <a:sym typeface="Times New Roman"/>
              </a:rPr>
              <a:t>“Design of a biorthogonal wavelet transform based R-peak detection and data compression scheme for implantable cardiac pacemaker systems,”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 Journal of Medical Systems, vol. 42, no. 6, pp. 1–12, 2018.</a:t>
            </a:r>
            <a:endParaRPr sz="1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algn="just">
              <a:buSzTx/>
              <a:buFont typeface="Wingdings"/>
              <a:buNone/>
              <a:tabLst>
                <a:tab pos="571500" algn="l"/>
                <a:tab pos="1155700" algn="l"/>
                <a:tab pos="1739900" algn="l"/>
                <a:tab pos="2324100" algn="l"/>
                <a:tab pos="2908300" algn="l"/>
                <a:tab pos="3479800" algn="l"/>
                <a:tab pos="4064000" algn="l"/>
                <a:tab pos="4648200" algn="l"/>
                <a:tab pos="5232400" algn="l"/>
                <a:tab pos="5816600" algn="l"/>
                <a:tab pos="6388100" algn="l"/>
                <a:tab pos="6972300" algn="l"/>
                <a:tab pos="7556500" algn="l"/>
                <a:tab pos="8140700" algn="l"/>
                <a:tab pos="8724900" algn="l"/>
                <a:tab pos="9296400" algn="l"/>
              </a:tabLst>
              <a:defRPr sz="1600"/>
            </a:pPr>
            <a:r>
              <a:t>[2] 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A. Kumar, R. Komaragiri, and M. Kumar, </a:t>
            </a:r>
            <a:r>
              <a:rPr sz="1800" i="1">
                <a:latin typeface="Times New Roman"/>
                <a:ea typeface="Times New Roman"/>
                <a:cs typeface="Times New Roman"/>
                <a:sym typeface="Times New Roman"/>
              </a:rPr>
              <a:t>“Design of efficient fractional operator for ECG signal detection in implantable cardiac pacemaker systems,”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 International Journal of Circuit Theory and Applications, vol. 47, no. 9, pp. 1459–1476, 2019.</a:t>
            </a:r>
          </a:p>
          <a:p>
            <a:pPr marL="0" indent="0" algn="just">
              <a:buSzTx/>
              <a:buFont typeface="Wingdings"/>
              <a:buNone/>
              <a:tabLst>
                <a:tab pos="571500" algn="l"/>
                <a:tab pos="1155700" algn="l"/>
                <a:tab pos="1739900" algn="l"/>
                <a:tab pos="2324100" algn="l"/>
                <a:tab pos="2908300" algn="l"/>
                <a:tab pos="3479800" algn="l"/>
                <a:tab pos="4064000" algn="l"/>
                <a:tab pos="4648200" algn="l"/>
                <a:tab pos="5232400" algn="l"/>
                <a:tab pos="5816600" algn="l"/>
                <a:tab pos="6388100" algn="l"/>
                <a:tab pos="6972300" algn="l"/>
                <a:tab pos="7556500" algn="l"/>
                <a:tab pos="8140700" algn="l"/>
                <a:tab pos="8724900" algn="l"/>
                <a:tab pos="9296400" algn="l"/>
              </a:tabLst>
              <a:defRPr sz="1600"/>
            </a:pPr>
            <a:r>
              <a:t>[3] 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M. I. Elnaggar et al., </a:t>
            </a:r>
            <a:r>
              <a:rPr sz="1800" i="1">
                <a:latin typeface="Times New Roman"/>
                <a:ea typeface="Times New Roman"/>
                <a:cs typeface="Times New Roman"/>
                <a:sym typeface="Times New Roman"/>
              </a:rPr>
              <a:t>“An optimized Mamdani FPD controller design of cardiac pacemaker,”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 Health Information Science and Systems, vol. 7, no. 1, pp. 1–18, 2019</a:t>
            </a:r>
            <a:r>
              <a:rPr sz="2000"/>
              <a:t>.</a:t>
            </a:r>
          </a:p>
          <a:p>
            <a:pPr marL="0" indent="0" algn="just">
              <a:buSzTx/>
              <a:buFont typeface="Wingdings"/>
              <a:buNone/>
              <a:tabLst>
                <a:tab pos="571500" algn="l"/>
                <a:tab pos="1155700" algn="l"/>
                <a:tab pos="1739900" algn="l"/>
                <a:tab pos="2324100" algn="l"/>
                <a:tab pos="2908300" algn="l"/>
                <a:tab pos="3479800" algn="l"/>
                <a:tab pos="4064000" algn="l"/>
                <a:tab pos="4648200" algn="l"/>
                <a:tab pos="5232400" algn="l"/>
                <a:tab pos="5816600" algn="l"/>
                <a:tab pos="6388100" algn="l"/>
                <a:tab pos="6972300" algn="l"/>
                <a:tab pos="7556500" algn="l"/>
                <a:tab pos="8140700" algn="l"/>
                <a:tab pos="8724900" algn="l"/>
                <a:tab pos="9296400" algn="l"/>
              </a:tabLst>
              <a:defRPr sz="1600"/>
            </a:pPr>
            <a:r>
              <a:t>[4] 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C. Liu et al., </a:t>
            </a:r>
            <a:r>
              <a:rPr sz="1800" i="1">
                <a:latin typeface="Times New Roman"/>
                <a:ea typeface="Times New Roman"/>
                <a:cs typeface="Times New Roman"/>
                <a:sym typeface="Times New Roman"/>
              </a:rPr>
              <a:t>“An effective sandwiched wireless power transfer system for charging implantable cardiac pacemaker,”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1800" i="1">
                <a:latin typeface="Times New Roman"/>
                <a:ea typeface="Times New Roman"/>
                <a:cs typeface="Times New Roman"/>
                <a:sym typeface="Times New Roman"/>
              </a:rPr>
              <a:t>IEEE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 Transactions on Industrial Electronics, vol. 66, no. 5, pp. 4108–4117, 2018.</a:t>
            </a:r>
          </a:p>
          <a:p>
            <a:pPr marL="0" indent="0" algn="just">
              <a:buSzTx/>
              <a:buFont typeface="Wingdings"/>
              <a:buNone/>
              <a:tabLst>
                <a:tab pos="571500" algn="l"/>
                <a:tab pos="1155700" algn="l"/>
                <a:tab pos="1739900" algn="l"/>
                <a:tab pos="2324100" algn="l"/>
                <a:tab pos="2908300" algn="l"/>
                <a:tab pos="3479800" algn="l"/>
                <a:tab pos="4064000" algn="l"/>
                <a:tab pos="4648200" algn="l"/>
                <a:tab pos="5232400" algn="l"/>
                <a:tab pos="5816600" algn="l"/>
                <a:tab pos="6388100" algn="l"/>
                <a:tab pos="6972300" algn="l"/>
                <a:tab pos="7556500" algn="l"/>
                <a:tab pos="8140700" algn="l"/>
                <a:tab pos="8724900" algn="l"/>
                <a:tab pos="9296400" algn="l"/>
              </a:tabLst>
              <a:defRPr sz="1600"/>
            </a:pPr>
            <a:r>
              <a:t>[5] 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S. M. Noor, E. John, and M. Panday, </a:t>
            </a:r>
            <a:r>
              <a:rPr sz="1800" i="1">
                <a:latin typeface="Times New Roman"/>
                <a:ea typeface="Times New Roman"/>
                <a:cs typeface="Times New Roman"/>
                <a:sym typeface="Times New Roman"/>
              </a:rPr>
              <a:t>“Design and implementation of an ultralow-energy FFT ASIC for processing ECG in cardiac pacemakers,”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1800" i="1">
                <a:latin typeface="Times New Roman"/>
                <a:ea typeface="Times New Roman"/>
                <a:cs typeface="Times New Roman"/>
                <a:sym typeface="Times New Roman"/>
              </a:rPr>
              <a:t>IEEE</a:t>
            </a:r>
            <a:r>
              <a:rPr sz="1800">
                <a:latin typeface="Times New Roman"/>
                <a:ea typeface="Times New Roman"/>
                <a:cs typeface="Times New Roman"/>
                <a:sym typeface="Times New Roman"/>
              </a:rPr>
              <a:t> Transactions on Very Large Scale Integration (VLSI) Systems, vol. 27, no. 4, pp. 983–987, 2018.</a:t>
            </a:r>
          </a:p>
        </p:txBody>
      </p:sp>
      <p:sp>
        <p:nvSpPr>
          <p:cNvPr id="242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243" name="Date Placeholder 1"/>
          <p:cNvSpPr txBox="1"/>
          <p:nvPr/>
        </p:nvSpPr>
        <p:spPr>
          <a:xfrm>
            <a:off x="8010143" y="6324542"/>
            <a:ext cx="3182114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696464"/>
                </a:solidFill>
              </a:defRPr>
            </a:lvl1pPr>
          </a:lstStyle>
          <a:p>
            <a:r>
              <a:rPr dirty="0"/>
              <a:t>2</a:t>
            </a:r>
            <a:r>
              <a:rPr lang="en-US" dirty="0"/>
              <a:t>7</a:t>
            </a:r>
            <a:r>
              <a:rPr dirty="0"/>
              <a:t>-04-2026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2" descr="Picture 2"/>
          <p:cNvPicPr>
            <a:picLocks noChangeAspect="1"/>
          </p:cNvPicPr>
          <p:nvPr/>
        </p:nvPicPr>
        <p:blipFill>
          <a:blip r:embed="rId2"/>
          <a:srcRect r="1"/>
          <a:stretch>
            <a:fillRect/>
          </a:stretch>
        </p:blipFill>
        <p:spPr>
          <a:xfrm>
            <a:off x="1495100" y="576497"/>
            <a:ext cx="8764588" cy="5259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799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799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blurRad="381000" dist="2921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24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467105" y="6319474"/>
            <a:ext cx="328127" cy="2717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00FF"/>
      </a:hlink>
      <a:folHlink>
        <a:srgbClr val="FF00FF"/>
      </a:folHlink>
    </a:clrScheme>
    <a:fontScheme name="Wood Typ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Wood Typ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Rockwell"/>
            <a:ea typeface="Rockwell"/>
            <a:cs typeface="Rockwell"/>
            <a:sym typeface="Rockwel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Rockwell"/>
            <a:ea typeface="Rockwell"/>
            <a:cs typeface="Rockwell"/>
            <a:sym typeface="Rockwel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00FF"/>
      </a:hlink>
      <a:folHlink>
        <a:srgbClr val="FF00FF"/>
      </a:folHlink>
    </a:clrScheme>
    <a:fontScheme name="Wood Typ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Wood Typ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Rockwell"/>
            <a:ea typeface="Rockwell"/>
            <a:cs typeface="Rockwell"/>
            <a:sym typeface="Rockwel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Rockwell"/>
            <a:ea typeface="Rockwell"/>
            <a:cs typeface="Rockwell"/>
            <a:sym typeface="Rockwel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1898</Words>
  <Application>Microsoft Office PowerPoint</Application>
  <PresentationFormat>Widescreen</PresentationFormat>
  <Paragraphs>288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Rockwell</vt:lpstr>
      <vt:lpstr>Rockwell Bold</vt:lpstr>
      <vt:lpstr>Rockwell Condensed</vt:lpstr>
      <vt:lpstr>Symbol</vt:lpstr>
      <vt:lpstr>Times New Roman</vt:lpstr>
      <vt:lpstr>Wingdings</vt:lpstr>
      <vt:lpstr>Wood Type</vt:lpstr>
      <vt:lpstr>PROJECT FOR PRODUCT DEVELOPMENT-1  Presentation on  Analysis of Equivalent Skin Model with Battery-Less Cardiac pacemaker using improved mppt controller  Session:  2025-26</vt:lpstr>
      <vt:lpstr>Outline</vt:lpstr>
      <vt:lpstr>PowerPoint Presentation</vt:lpstr>
      <vt:lpstr>PowerPoint Presentation</vt:lpstr>
      <vt:lpstr>Problem statements</vt:lpstr>
      <vt:lpstr>SYSTEM MODEL</vt:lpstr>
      <vt:lpstr>System model</vt:lpstr>
      <vt:lpstr>System model</vt:lpstr>
      <vt:lpstr>System model</vt:lpstr>
      <vt:lpstr>System model</vt:lpstr>
      <vt:lpstr>Flowchart of work (PPD-1)</vt:lpstr>
      <vt:lpstr>Experimental Setup</vt:lpstr>
      <vt:lpstr>WORKING PRINCIPLE</vt:lpstr>
      <vt:lpstr>PowerPoint Presentation</vt:lpstr>
      <vt:lpstr>Results and Discussion</vt:lpstr>
      <vt:lpstr>RESULTS</vt:lpstr>
      <vt:lpstr>RESULTS</vt:lpstr>
      <vt:lpstr>INference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SUSHANTA KUMAR SAHU</cp:lastModifiedBy>
  <cp:revision>2</cp:revision>
  <dcterms:modified xsi:type="dcterms:W3CDTF">2026-04-25T07:41:24Z</dcterms:modified>
</cp:coreProperties>
</file>